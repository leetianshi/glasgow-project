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2" r:id="rId3"/>
    <p:sldId id="257" r:id="rId4"/>
    <p:sldId id="273" r:id="rId5"/>
    <p:sldId id="258" r:id="rId6"/>
    <p:sldId id="280" r:id="rId7"/>
    <p:sldId id="281" r:id="rId8"/>
    <p:sldId id="262" r:id="rId9"/>
    <p:sldId id="265" r:id="rId10"/>
    <p:sldId id="266" r:id="rId11"/>
    <p:sldId id="277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20DFFB-7AAF-4306-BE08-139515FA4ECE}" v="57" dt="2025-11-13T08:55:51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327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ad Janaby" userId="1189d37e-e692-4029-bdf6-cae76cab5803" providerId="ADAL" clId="{0C4F7E19-AC2B-4446-B99E-C79F0BDD4204}"/>
    <pc:docChg chg="undo custSel addSld delSld modSld">
      <pc:chgData name="Mohamad Janaby" userId="1189d37e-e692-4029-bdf6-cae76cab5803" providerId="ADAL" clId="{0C4F7E19-AC2B-4446-B99E-C79F0BDD4204}" dt="2025-11-13T08:56:45.699" v="908" actId="20577"/>
      <pc:docMkLst>
        <pc:docMk/>
      </pc:docMkLst>
      <pc:sldChg chg="modSp mod">
        <pc:chgData name="Mohamad Janaby" userId="1189d37e-e692-4029-bdf6-cae76cab5803" providerId="ADAL" clId="{0C4F7E19-AC2B-4446-B99E-C79F0BDD4204}" dt="2025-11-12T09:33:39.703" v="282" actId="20577"/>
        <pc:sldMkLst>
          <pc:docMk/>
          <pc:sldMk cId="1646942147" sldId="256"/>
        </pc:sldMkLst>
        <pc:spChg chg="mod">
          <ac:chgData name="Mohamad Janaby" userId="1189d37e-e692-4029-bdf6-cae76cab5803" providerId="ADAL" clId="{0C4F7E19-AC2B-4446-B99E-C79F0BDD4204}" dt="2025-11-12T09:33:39.703" v="282" actId="20577"/>
          <ac:spMkLst>
            <pc:docMk/>
            <pc:sldMk cId="1646942147" sldId="256"/>
            <ac:spMk id="3" creationId="{FF6359FB-66F4-2C45-8749-CCE27C447D19}"/>
          </ac:spMkLst>
        </pc:spChg>
      </pc:sldChg>
      <pc:sldChg chg="modSp mod">
        <pc:chgData name="Mohamad Janaby" userId="1189d37e-e692-4029-bdf6-cae76cab5803" providerId="ADAL" clId="{0C4F7E19-AC2B-4446-B99E-C79F0BDD4204}" dt="2025-11-12T15:25:28.405" v="826" actId="20577"/>
        <pc:sldMkLst>
          <pc:docMk/>
          <pc:sldMk cId="2093812262" sldId="258"/>
        </pc:sldMkLst>
        <pc:graphicFrameChg chg="mod modGraphic">
          <ac:chgData name="Mohamad Janaby" userId="1189d37e-e692-4029-bdf6-cae76cab5803" providerId="ADAL" clId="{0C4F7E19-AC2B-4446-B99E-C79F0BDD4204}" dt="2025-11-12T15:25:28.405" v="826" actId="20577"/>
          <ac:graphicFrameMkLst>
            <pc:docMk/>
            <pc:sldMk cId="2093812262" sldId="258"/>
            <ac:graphicFrameMk id="5" creationId="{F2C3C170-AC0B-4263-BD79-241D9106630C}"/>
          </ac:graphicFrameMkLst>
        </pc:graphicFrameChg>
      </pc:sldChg>
      <pc:sldChg chg="del">
        <pc:chgData name="Mohamad Janaby" userId="1189d37e-e692-4029-bdf6-cae76cab5803" providerId="ADAL" clId="{0C4F7E19-AC2B-4446-B99E-C79F0BDD4204}" dt="2025-11-12T12:44:02.327" v="684" actId="2696"/>
        <pc:sldMkLst>
          <pc:docMk/>
          <pc:sldMk cId="2379229986" sldId="260"/>
        </pc:sldMkLst>
      </pc:sldChg>
      <pc:sldChg chg="del">
        <pc:chgData name="Mohamad Janaby" userId="1189d37e-e692-4029-bdf6-cae76cab5803" providerId="ADAL" clId="{0C4F7E19-AC2B-4446-B99E-C79F0BDD4204}" dt="2025-11-12T12:51:28.569" v="715" actId="2696"/>
        <pc:sldMkLst>
          <pc:docMk/>
          <pc:sldMk cId="603795788" sldId="261"/>
        </pc:sldMkLst>
      </pc:sldChg>
      <pc:sldChg chg="modSp mod">
        <pc:chgData name="Mohamad Janaby" userId="1189d37e-e692-4029-bdf6-cae76cab5803" providerId="ADAL" clId="{0C4F7E19-AC2B-4446-B99E-C79F0BDD4204}" dt="2025-11-12T13:10:55.369" v="824" actId="14100"/>
        <pc:sldMkLst>
          <pc:docMk/>
          <pc:sldMk cId="4134735905" sldId="267"/>
        </pc:sldMkLst>
        <pc:spChg chg="mod">
          <ac:chgData name="Mohamad Janaby" userId="1189d37e-e692-4029-bdf6-cae76cab5803" providerId="ADAL" clId="{0C4F7E19-AC2B-4446-B99E-C79F0BDD4204}" dt="2025-11-12T13:10:55.369" v="824" actId="14100"/>
          <ac:spMkLst>
            <pc:docMk/>
            <pc:sldMk cId="4134735905" sldId="267"/>
            <ac:spMk id="18435" creationId="{D2F090F5-F0F7-114B-A11C-D2B8F8EB1A50}"/>
          </ac:spMkLst>
        </pc:spChg>
      </pc:sldChg>
      <pc:sldChg chg="del">
        <pc:chgData name="Mohamad Janaby" userId="1189d37e-e692-4029-bdf6-cae76cab5803" providerId="ADAL" clId="{0C4F7E19-AC2B-4446-B99E-C79F0BDD4204}" dt="2025-11-12T13:09:51.726" v="823" actId="2696"/>
        <pc:sldMkLst>
          <pc:docMk/>
          <pc:sldMk cId="1810665129" sldId="272"/>
        </pc:sldMkLst>
      </pc:sldChg>
      <pc:sldChg chg="modSp mod">
        <pc:chgData name="Mohamad Janaby" userId="1189d37e-e692-4029-bdf6-cae76cab5803" providerId="ADAL" clId="{0C4F7E19-AC2B-4446-B99E-C79F0BDD4204}" dt="2025-11-12T09:56:19.287" v="313" actId="255"/>
        <pc:sldMkLst>
          <pc:docMk/>
          <pc:sldMk cId="115659695" sldId="273"/>
        </pc:sldMkLst>
        <pc:spChg chg="mod">
          <ac:chgData name="Mohamad Janaby" userId="1189d37e-e692-4029-bdf6-cae76cab5803" providerId="ADAL" clId="{0C4F7E19-AC2B-4446-B99E-C79F0BDD4204}" dt="2025-11-12T09:56:19.287" v="313" actId="255"/>
          <ac:spMkLst>
            <pc:docMk/>
            <pc:sldMk cId="115659695" sldId="273"/>
            <ac:spMk id="3" creationId="{749B33EA-86EE-964D-8585-1A5CF5429269}"/>
          </ac:spMkLst>
        </pc:spChg>
      </pc:sldChg>
      <pc:sldChg chg="modSp del mod">
        <pc:chgData name="Mohamad Janaby" userId="1189d37e-e692-4029-bdf6-cae76cab5803" providerId="ADAL" clId="{0C4F7E19-AC2B-4446-B99E-C79F0BDD4204}" dt="2025-11-12T15:24:55.903" v="825" actId="47"/>
        <pc:sldMkLst>
          <pc:docMk/>
          <pc:sldMk cId="1766976043" sldId="274"/>
        </pc:sldMkLst>
        <pc:spChg chg="mod">
          <ac:chgData name="Mohamad Janaby" userId="1189d37e-e692-4029-bdf6-cae76cab5803" providerId="ADAL" clId="{0C4F7E19-AC2B-4446-B99E-C79F0BDD4204}" dt="2025-11-12T10:29:00.790" v="351" actId="20577"/>
          <ac:spMkLst>
            <pc:docMk/>
            <pc:sldMk cId="1766976043" sldId="274"/>
            <ac:spMk id="2" creationId="{4D8FC525-1707-734D-81C0-D448E89D5365}"/>
          </ac:spMkLst>
        </pc:spChg>
        <pc:spChg chg="mod">
          <ac:chgData name="Mohamad Janaby" userId="1189d37e-e692-4029-bdf6-cae76cab5803" providerId="ADAL" clId="{0C4F7E19-AC2B-4446-B99E-C79F0BDD4204}" dt="2025-11-12T10:28:28.744" v="329" actId="14100"/>
          <ac:spMkLst>
            <pc:docMk/>
            <pc:sldMk cId="1766976043" sldId="274"/>
            <ac:spMk id="3" creationId="{935A1735-9032-DD44-A0A2-20592509F58F}"/>
          </ac:spMkLst>
        </pc:spChg>
      </pc:sldChg>
      <pc:sldChg chg="modSp del mod">
        <pc:chgData name="Mohamad Janaby" userId="1189d37e-e692-4029-bdf6-cae76cab5803" providerId="ADAL" clId="{0C4F7E19-AC2B-4446-B99E-C79F0BDD4204}" dt="2025-11-12T15:27:07.676" v="832" actId="2696"/>
        <pc:sldMkLst>
          <pc:docMk/>
          <pc:sldMk cId="283729532" sldId="276"/>
        </pc:sldMkLst>
        <pc:graphicFrameChg chg="mod modGraphic">
          <ac:chgData name="Mohamad Janaby" userId="1189d37e-e692-4029-bdf6-cae76cab5803" providerId="ADAL" clId="{0C4F7E19-AC2B-4446-B99E-C79F0BDD4204}" dt="2025-11-12T12:52:47.365" v="719" actId="20577"/>
          <ac:graphicFrameMkLst>
            <pc:docMk/>
            <pc:sldMk cId="283729532" sldId="276"/>
            <ac:graphicFrameMk id="14" creationId="{AEBCAEB1-3B48-45B2-BEAF-D71EAFD70165}"/>
          </ac:graphicFrameMkLst>
        </pc:graphicFrameChg>
      </pc:sldChg>
      <pc:sldChg chg="addSp delSp modSp new del mod">
        <pc:chgData name="Mohamad Janaby" userId="1189d37e-e692-4029-bdf6-cae76cab5803" providerId="ADAL" clId="{0C4F7E19-AC2B-4446-B99E-C79F0BDD4204}" dt="2025-11-12T12:44:32.229" v="689" actId="2696"/>
        <pc:sldMkLst>
          <pc:docMk/>
          <pc:sldMk cId="3534105222" sldId="278"/>
        </pc:sldMkLst>
        <pc:spChg chg="mod">
          <ac:chgData name="Mohamad Janaby" userId="1189d37e-e692-4029-bdf6-cae76cab5803" providerId="ADAL" clId="{0C4F7E19-AC2B-4446-B99E-C79F0BDD4204}" dt="2025-11-12T12:30:58.207" v="587"/>
          <ac:spMkLst>
            <pc:docMk/>
            <pc:sldMk cId="3534105222" sldId="278"/>
            <ac:spMk id="2" creationId="{96038DDD-F9FA-E126-2965-3AD9B99AAFE4}"/>
          </ac:spMkLst>
        </pc:spChg>
        <pc:spChg chg="mod">
          <ac:chgData name="Mohamad Janaby" userId="1189d37e-e692-4029-bdf6-cae76cab5803" providerId="ADAL" clId="{0C4F7E19-AC2B-4446-B99E-C79F0BDD4204}" dt="2025-11-12T12:31:59.423" v="598" actId="2711"/>
          <ac:spMkLst>
            <pc:docMk/>
            <pc:sldMk cId="3534105222" sldId="278"/>
            <ac:spMk id="3" creationId="{8E992717-3621-A53A-C145-A6C0B0AAA03A}"/>
          </ac:spMkLst>
        </pc:spChg>
        <pc:spChg chg="del">
          <ac:chgData name="Mohamad Janaby" userId="1189d37e-e692-4029-bdf6-cae76cab5803" providerId="ADAL" clId="{0C4F7E19-AC2B-4446-B99E-C79F0BDD4204}" dt="2025-11-12T10:36:02.017" v="458" actId="478"/>
          <ac:spMkLst>
            <pc:docMk/>
            <pc:sldMk cId="3534105222" sldId="278"/>
            <ac:spMk id="4" creationId="{E6326850-C624-BDEA-0BDD-5ECA82006399}"/>
          </ac:spMkLst>
        </pc:spChg>
        <pc:spChg chg="add mod">
          <ac:chgData name="Mohamad Janaby" userId="1189d37e-e692-4029-bdf6-cae76cab5803" providerId="ADAL" clId="{0C4F7E19-AC2B-4446-B99E-C79F0BDD4204}" dt="2025-11-12T12:32:33.422" v="605" actId="1076"/>
          <ac:spMkLst>
            <pc:docMk/>
            <pc:sldMk cId="3534105222" sldId="278"/>
            <ac:spMk id="5" creationId="{A761ADC4-26B5-12C3-5B6C-E342E499A14A}"/>
          </ac:spMkLst>
        </pc:spChg>
        <pc:spChg chg="add mod">
          <ac:chgData name="Mohamad Janaby" userId="1189d37e-e692-4029-bdf6-cae76cab5803" providerId="ADAL" clId="{0C4F7E19-AC2B-4446-B99E-C79F0BDD4204}" dt="2025-11-12T12:33:34.431" v="615" actId="1076"/>
          <ac:spMkLst>
            <pc:docMk/>
            <pc:sldMk cId="3534105222" sldId="278"/>
            <ac:spMk id="6" creationId="{1F9771F8-90CE-6795-8855-F2D81758AC1E}"/>
          </ac:spMkLst>
        </pc:spChg>
        <pc:spChg chg="add mod">
          <ac:chgData name="Mohamad Janaby" userId="1189d37e-e692-4029-bdf6-cae76cab5803" providerId="ADAL" clId="{0C4F7E19-AC2B-4446-B99E-C79F0BDD4204}" dt="2025-11-12T12:32:42.279" v="608" actId="1076"/>
          <ac:spMkLst>
            <pc:docMk/>
            <pc:sldMk cId="3534105222" sldId="278"/>
            <ac:spMk id="7" creationId="{5C76164D-DED4-D809-1ACC-745B56AD4022}"/>
          </ac:spMkLst>
        </pc:spChg>
        <pc:spChg chg="add mod">
          <ac:chgData name="Mohamad Janaby" userId="1189d37e-e692-4029-bdf6-cae76cab5803" providerId="ADAL" clId="{0C4F7E19-AC2B-4446-B99E-C79F0BDD4204}" dt="2025-11-12T12:39:54.898" v="681" actId="14100"/>
          <ac:spMkLst>
            <pc:docMk/>
            <pc:sldMk cId="3534105222" sldId="278"/>
            <ac:spMk id="8" creationId="{203335E5-29CD-A499-224A-7A1608543D9A}"/>
          </ac:spMkLst>
        </pc:spChg>
      </pc:sldChg>
      <pc:sldChg chg="modSp new del mod">
        <pc:chgData name="Mohamad Janaby" userId="1189d37e-e692-4029-bdf6-cae76cab5803" providerId="ADAL" clId="{0C4F7E19-AC2B-4446-B99E-C79F0BDD4204}" dt="2025-11-12T12:39:30.049" v="674" actId="2696"/>
        <pc:sldMkLst>
          <pc:docMk/>
          <pc:sldMk cId="1094851153" sldId="279"/>
        </pc:sldMkLst>
        <pc:spChg chg="mod">
          <ac:chgData name="Mohamad Janaby" userId="1189d37e-e692-4029-bdf6-cae76cab5803" providerId="ADAL" clId="{0C4F7E19-AC2B-4446-B99E-C79F0BDD4204}" dt="2025-11-12T12:33:06.074" v="611"/>
          <ac:spMkLst>
            <pc:docMk/>
            <pc:sldMk cId="1094851153" sldId="279"/>
            <ac:spMk id="2" creationId="{6CF3FA84-9314-8EA7-6BF3-B31490A4BEE0}"/>
          </ac:spMkLst>
        </pc:spChg>
        <pc:spChg chg="mod">
          <ac:chgData name="Mohamad Janaby" userId="1189d37e-e692-4029-bdf6-cae76cab5803" providerId="ADAL" clId="{0C4F7E19-AC2B-4446-B99E-C79F0BDD4204}" dt="2025-11-12T12:33:28.283" v="614" actId="27636"/>
          <ac:spMkLst>
            <pc:docMk/>
            <pc:sldMk cId="1094851153" sldId="279"/>
            <ac:spMk id="3" creationId="{AF56D69D-73BA-A870-436B-474ECAFD42FD}"/>
          </ac:spMkLst>
        </pc:spChg>
        <pc:spChg chg="mod">
          <ac:chgData name="Mohamad Janaby" userId="1189d37e-e692-4029-bdf6-cae76cab5803" providerId="ADAL" clId="{0C4F7E19-AC2B-4446-B99E-C79F0BDD4204}" dt="2025-11-12T12:35:16.059" v="623"/>
          <ac:spMkLst>
            <pc:docMk/>
            <pc:sldMk cId="1094851153" sldId="279"/>
            <ac:spMk id="4" creationId="{7604213E-21D2-EA90-1947-C945937E033A}"/>
          </ac:spMkLst>
        </pc:spChg>
      </pc:sldChg>
      <pc:sldChg chg="addSp delSp modSp new mod setBg">
        <pc:chgData name="Mohamad Janaby" userId="1189d37e-e692-4029-bdf6-cae76cab5803" providerId="ADAL" clId="{0C4F7E19-AC2B-4446-B99E-C79F0BDD4204}" dt="2025-11-12T15:26:11.356" v="831" actId="20577"/>
        <pc:sldMkLst>
          <pc:docMk/>
          <pc:sldMk cId="3379168586" sldId="280"/>
        </pc:sldMkLst>
        <pc:spChg chg="mod">
          <ac:chgData name="Mohamad Janaby" userId="1189d37e-e692-4029-bdf6-cae76cab5803" providerId="ADAL" clId="{0C4F7E19-AC2B-4446-B99E-C79F0BDD4204}" dt="2025-11-12T12:39:16.334" v="672" actId="1076"/>
          <ac:spMkLst>
            <pc:docMk/>
            <pc:sldMk cId="3379168586" sldId="280"/>
            <ac:spMk id="2" creationId="{9778BDF9-4C3A-5C15-F8CB-823E64011C38}"/>
          </ac:spMkLst>
        </pc:spChg>
        <pc:spChg chg="add del mod">
          <ac:chgData name="Mohamad Janaby" userId="1189d37e-e692-4029-bdf6-cae76cab5803" providerId="ADAL" clId="{0C4F7E19-AC2B-4446-B99E-C79F0BDD4204}" dt="2025-11-12T12:36:41.284" v="634" actId="26606"/>
          <ac:spMkLst>
            <pc:docMk/>
            <pc:sldMk cId="3379168586" sldId="280"/>
            <ac:spMk id="3" creationId="{C3371116-E57B-4F32-4E86-B4A9786F2892}"/>
          </ac:spMkLst>
        </pc:spChg>
        <pc:spChg chg="del">
          <ac:chgData name="Mohamad Janaby" userId="1189d37e-e692-4029-bdf6-cae76cab5803" providerId="ADAL" clId="{0C4F7E19-AC2B-4446-B99E-C79F0BDD4204}" dt="2025-11-12T12:35:46.849" v="625" actId="478"/>
          <ac:spMkLst>
            <pc:docMk/>
            <pc:sldMk cId="3379168586" sldId="280"/>
            <ac:spMk id="4" creationId="{0ED24217-53E4-7396-644C-8F139AA40C18}"/>
          </ac:spMkLst>
        </pc:spChg>
        <pc:spChg chg="add mod">
          <ac:chgData name="Mohamad Janaby" userId="1189d37e-e692-4029-bdf6-cae76cab5803" providerId="ADAL" clId="{0C4F7E19-AC2B-4446-B99E-C79F0BDD4204}" dt="2025-11-12T12:40:09.432" v="683" actId="1076"/>
          <ac:spMkLst>
            <pc:docMk/>
            <pc:sldMk cId="3379168586" sldId="280"/>
            <ac:spMk id="6" creationId="{BC7F91A7-B347-35CB-88DE-801E07B8F1C6}"/>
          </ac:spMkLst>
        </pc:spChg>
        <pc:spChg chg="add mod">
          <ac:chgData name="Mohamad Janaby" userId="1189d37e-e692-4029-bdf6-cae76cab5803" providerId="ADAL" clId="{0C4F7E19-AC2B-4446-B99E-C79F0BDD4204}" dt="2025-11-12T15:26:11.356" v="831" actId="20577"/>
          <ac:spMkLst>
            <pc:docMk/>
            <pc:sldMk cId="3379168586" sldId="280"/>
            <ac:spMk id="7" creationId="{C3371116-E57B-4F32-4E86-B4A9786F2892}"/>
          </ac:spMkLst>
        </pc:spChg>
        <pc:spChg chg="add del">
          <ac:chgData name="Mohamad Janaby" userId="1189d37e-e692-4029-bdf6-cae76cab5803" providerId="ADAL" clId="{0C4F7E19-AC2B-4446-B99E-C79F0BDD4204}" dt="2025-11-12T12:38:01.288" v="650" actId="26606"/>
          <ac:spMkLst>
            <pc:docMk/>
            <pc:sldMk cId="3379168586" sldId="280"/>
            <ac:spMk id="8" creationId="{DEE2AD96-B495-4E06-9291-B71706F728CB}"/>
          </ac:spMkLst>
        </pc:spChg>
        <pc:spChg chg="add mod">
          <ac:chgData name="Mohamad Janaby" userId="1189d37e-e692-4029-bdf6-cae76cab5803" providerId="ADAL" clId="{0C4F7E19-AC2B-4446-B99E-C79F0BDD4204}" dt="2025-11-12T12:40:09.432" v="683" actId="1076"/>
          <ac:spMkLst>
            <pc:docMk/>
            <pc:sldMk cId="3379168586" sldId="280"/>
            <ac:spMk id="9" creationId="{853A099F-2515-BBED-3D88-E7191383E272}"/>
          </ac:spMkLst>
        </pc:spChg>
        <pc:spChg chg="add del">
          <ac:chgData name="Mohamad Janaby" userId="1189d37e-e692-4029-bdf6-cae76cab5803" providerId="ADAL" clId="{0C4F7E19-AC2B-4446-B99E-C79F0BDD4204}" dt="2025-11-12T12:38:01.298" v="651" actId="26606"/>
          <ac:spMkLst>
            <pc:docMk/>
            <pc:sldMk cId="3379168586" sldId="280"/>
            <ac:spMk id="10" creationId="{53CF6D67-C5A8-4ADD-9E8E-1E38CA1D3166}"/>
          </ac:spMkLst>
        </pc:spChg>
        <pc:spChg chg="add mod">
          <ac:chgData name="Mohamad Janaby" userId="1189d37e-e692-4029-bdf6-cae76cab5803" providerId="ADAL" clId="{0C4F7E19-AC2B-4446-B99E-C79F0BDD4204}" dt="2025-11-12T12:40:09.432" v="683" actId="1076"/>
          <ac:spMkLst>
            <pc:docMk/>
            <pc:sldMk cId="3379168586" sldId="280"/>
            <ac:spMk id="11" creationId="{105E0B66-8C0C-0DD6-B201-ED892F514080}"/>
          </ac:spMkLst>
        </pc:spChg>
        <pc:spChg chg="add del">
          <ac:chgData name="Mohamad Janaby" userId="1189d37e-e692-4029-bdf6-cae76cab5803" providerId="ADAL" clId="{0C4F7E19-AC2B-4446-B99E-C79F0BDD4204}" dt="2025-11-12T12:38:01.298" v="651" actId="26606"/>
          <ac:spMkLst>
            <pc:docMk/>
            <pc:sldMk cId="3379168586" sldId="280"/>
            <ac:spMk id="12" creationId="{86909FA0-B515-4681-B7A8-FA281D133B94}"/>
          </ac:spMkLst>
        </pc:spChg>
        <pc:spChg chg="add mod">
          <ac:chgData name="Mohamad Janaby" userId="1189d37e-e692-4029-bdf6-cae76cab5803" providerId="ADAL" clId="{0C4F7E19-AC2B-4446-B99E-C79F0BDD4204}" dt="2025-11-12T12:40:09.432" v="683" actId="1076"/>
          <ac:spMkLst>
            <pc:docMk/>
            <pc:sldMk cId="3379168586" sldId="280"/>
            <ac:spMk id="13" creationId="{F7C1E0B3-11CD-5032-63A7-8DB9672E5403}"/>
          </ac:spMkLst>
        </pc:spChg>
        <pc:spChg chg="add del">
          <ac:chgData name="Mohamad Janaby" userId="1189d37e-e692-4029-bdf6-cae76cab5803" providerId="ADAL" clId="{0C4F7E19-AC2B-4446-B99E-C79F0BDD4204}" dt="2025-11-12T12:38:01.298" v="651" actId="26606"/>
          <ac:spMkLst>
            <pc:docMk/>
            <pc:sldMk cId="3379168586" sldId="280"/>
            <ac:spMk id="14" creationId="{21C9FE86-FCC3-4A31-AA1C-C882262B7FE7}"/>
          </ac:spMkLst>
        </pc:spChg>
        <pc:spChg chg="add del">
          <ac:chgData name="Mohamad Janaby" userId="1189d37e-e692-4029-bdf6-cae76cab5803" providerId="ADAL" clId="{0C4F7E19-AC2B-4446-B99E-C79F0BDD4204}" dt="2025-11-12T12:38:01.298" v="651" actId="26606"/>
          <ac:spMkLst>
            <pc:docMk/>
            <pc:sldMk cId="3379168586" sldId="280"/>
            <ac:spMk id="16" creationId="{7D96243B-ECED-4B71-8E06-AE9A285EAD20}"/>
          </ac:spMkLst>
        </pc:spChg>
        <pc:spChg chg="add del">
          <ac:chgData name="Mohamad Janaby" userId="1189d37e-e692-4029-bdf6-cae76cab5803" providerId="ADAL" clId="{0C4F7E19-AC2B-4446-B99E-C79F0BDD4204}" dt="2025-11-12T12:38:01.298" v="651" actId="26606"/>
          <ac:spMkLst>
            <pc:docMk/>
            <pc:sldMk cId="3379168586" sldId="280"/>
            <ac:spMk id="18" creationId="{A09989E4-EFDC-4A90-A633-E0525FB4139E}"/>
          </ac:spMkLst>
        </pc:spChg>
        <pc:spChg chg="add del">
          <ac:chgData name="Mohamad Janaby" userId="1189d37e-e692-4029-bdf6-cae76cab5803" providerId="ADAL" clId="{0C4F7E19-AC2B-4446-B99E-C79F0BDD4204}" dt="2025-11-12T12:37:45.151" v="642" actId="26606"/>
          <ac:spMkLst>
            <pc:docMk/>
            <pc:sldMk cId="3379168586" sldId="280"/>
            <ac:spMk id="23" creationId="{CBB2B1F0-0DD6-4744-9A46-7A344FB48E40}"/>
          </ac:spMkLst>
        </pc:spChg>
        <pc:spChg chg="add del">
          <ac:chgData name="Mohamad Janaby" userId="1189d37e-e692-4029-bdf6-cae76cab5803" providerId="ADAL" clId="{0C4F7E19-AC2B-4446-B99E-C79F0BDD4204}" dt="2025-11-12T12:37:45.151" v="642" actId="26606"/>
          <ac:spMkLst>
            <pc:docMk/>
            <pc:sldMk cId="3379168586" sldId="280"/>
            <ac:spMk id="25" creationId="{52D502E5-F6B4-4D58-B4AE-FC466FF15EE8}"/>
          </ac:spMkLst>
        </pc:spChg>
        <pc:spChg chg="add del">
          <ac:chgData name="Mohamad Janaby" userId="1189d37e-e692-4029-bdf6-cae76cab5803" providerId="ADAL" clId="{0C4F7E19-AC2B-4446-B99E-C79F0BDD4204}" dt="2025-11-12T12:37:45.151" v="642" actId="26606"/>
          <ac:spMkLst>
            <pc:docMk/>
            <pc:sldMk cId="3379168586" sldId="280"/>
            <ac:spMk id="27" creationId="{9DECDBF4-02B6-4BB4-B65B-B8107AD6A9E8}"/>
          </ac:spMkLst>
        </pc:spChg>
        <pc:spChg chg="del">
          <ac:chgData name="Mohamad Janaby" userId="1189d37e-e692-4029-bdf6-cae76cab5803" providerId="ADAL" clId="{0C4F7E19-AC2B-4446-B99E-C79F0BDD4204}" dt="2025-11-12T12:37:51.232" v="644" actId="26606"/>
          <ac:spMkLst>
            <pc:docMk/>
            <pc:sldMk cId="3379168586" sldId="280"/>
            <ac:spMk id="29" creationId="{C3896A03-3945-419A-B66B-4EE266EDD152}"/>
          </ac:spMkLst>
        </pc:spChg>
        <pc:spChg chg="add del">
          <ac:chgData name="Mohamad Janaby" userId="1189d37e-e692-4029-bdf6-cae76cab5803" providerId="ADAL" clId="{0C4F7E19-AC2B-4446-B99E-C79F0BDD4204}" dt="2025-11-12T12:37:51.232" v="644" actId="26606"/>
          <ac:spMkLst>
            <pc:docMk/>
            <pc:sldMk cId="3379168586" sldId="280"/>
            <ac:spMk id="30" creationId="{B34F5AD2-EDBD-4BBD-A55C-EAFFD0C7097A}"/>
          </ac:spMkLst>
        </pc:spChg>
        <pc:spChg chg="add del">
          <ac:chgData name="Mohamad Janaby" userId="1189d37e-e692-4029-bdf6-cae76cab5803" providerId="ADAL" clId="{0C4F7E19-AC2B-4446-B99E-C79F0BDD4204}" dt="2025-11-12T12:37:51.232" v="644" actId="26606"/>
          <ac:spMkLst>
            <pc:docMk/>
            <pc:sldMk cId="3379168586" sldId="280"/>
            <ac:spMk id="31" creationId="{B8EAE243-3A9F-4A46-B0D9-04C723A8A1BD}"/>
          </ac:spMkLst>
        </pc:spChg>
        <pc:spChg chg="add del">
          <ac:chgData name="Mohamad Janaby" userId="1189d37e-e692-4029-bdf6-cae76cab5803" providerId="ADAL" clId="{0C4F7E19-AC2B-4446-B99E-C79F0BDD4204}" dt="2025-11-12T12:37:51.951" v="646" actId="26606"/>
          <ac:spMkLst>
            <pc:docMk/>
            <pc:sldMk cId="3379168586" sldId="280"/>
            <ac:spMk id="34" creationId="{259279FE-5810-440F-B799-25803A014151}"/>
          </ac:spMkLst>
        </pc:spChg>
        <pc:spChg chg="add del">
          <ac:chgData name="Mohamad Janaby" userId="1189d37e-e692-4029-bdf6-cae76cab5803" providerId="ADAL" clId="{0C4F7E19-AC2B-4446-B99E-C79F0BDD4204}" dt="2025-11-12T12:37:51.951" v="646" actId="26606"/>
          <ac:spMkLst>
            <pc:docMk/>
            <pc:sldMk cId="3379168586" sldId="280"/>
            <ac:spMk id="35" creationId="{95ABD4F1-A860-48A4-84CD-EB40E1FC7827}"/>
          </ac:spMkLst>
        </pc:spChg>
        <pc:spChg chg="add del">
          <ac:chgData name="Mohamad Janaby" userId="1189d37e-e692-4029-bdf6-cae76cab5803" providerId="ADAL" clId="{0C4F7E19-AC2B-4446-B99E-C79F0BDD4204}" dt="2025-11-12T12:37:51.951" v="646" actId="26606"/>
          <ac:spMkLst>
            <pc:docMk/>
            <pc:sldMk cId="3379168586" sldId="280"/>
            <ac:spMk id="37" creationId="{1730E5F0-AD6E-4049-8FAB-A4D82343DCD5}"/>
          </ac:spMkLst>
        </pc:spChg>
        <pc:spChg chg="add del">
          <ac:chgData name="Mohamad Janaby" userId="1189d37e-e692-4029-bdf6-cae76cab5803" providerId="ADAL" clId="{0C4F7E19-AC2B-4446-B99E-C79F0BDD4204}" dt="2025-11-12T12:37:56.160" v="648" actId="26606"/>
          <ac:spMkLst>
            <pc:docMk/>
            <pc:sldMk cId="3379168586" sldId="280"/>
            <ac:spMk id="39" creationId="{70DFC902-7D23-471A-B557-B6B6917D7A0D}"/>
          </ac:spMkLst>
        </pc:spChg>
        <pc:spChg chg="add del">
          <ac:chgData name="Mohamad Janaby" userId="1189d37e-e692-4029-bdf6-cae76cab5803" providerId="ADAL" clId="{0C4F7E19-AC2B-4446-B99E-C79F0BDD4204}" dt="2025-11-12T12:37:56.160" v="648" actId="26606"/>
          <ac:spMkLst>
            <pc:docMk/>
            <pc:sldMk cId="3379168586" sldId="280"/>
            <ac:spMk id="40" creationId="{A55D5633-D557-4DCA-982C-FF36EB7A1C00}"/>
          </ac:spMkLst>
        </pc:spChg>
        <pc:spChg chg="add del">
          <ac:chgData name="Mohamad Janaby" userId="1189d37e-e692-4029-bdf6-cae76cab5803" providerId="ADAL" clId="{0C4F7E19-AC2B-4446-B99E-C79F0BDD4204}" dt="2025-11-12T12:37:56.160" v="648" actId="26606"/>
          <ac:spMkLst>
            <pc:docMk/>
            <pc:sldMk cId="3379168586" sldId="280"/>
            <ac:spMk id="41" creationId="{450D3AD2-FA80-415F-A9CE-54D884561CD7}"/>
          </ac:spMkLst>
        </pc:spChg>
        <pc:spChg chg="add del">
          <ac:chgData name="Mohamad Janaby" userId="1189d37e-e692-4029-bdf6-cae76cab5803" providerId="ADAL" clId="{0C4F7E19-AC2B-4446-B99E-C79F0BDD4204}" dt="2025-11-12T12:38:01.288" v="650" actId="26606"/>
          <ac:spMkLst>
            <pc:docMk/>
            <pc:sldMk cId="3379168586" sldId="280"/>
            <ac:spMk id="43" creationId="{87BF42CA-AD55-48B4-8949-C4DCA60A6AEE}"/>
          </ac:spMkLst>
        </pc:spChg>
        <pc:spChg chg="add del">
          <ac:chgData name="Mohamad Janaby" userId="1189d37e-e692-4029-bdf6-cae76cab5803" providerId="ADAL" clId="{0C4F7E19-AC2B-4446-B99E-C79F0BDD4204}" dt="2025-11-12T12:38:01.288" v="650" actId="26606"/>
          <ac:spMkLst>
            <pc:docMk/>
            <pc:sldMk cId="3379168586" sldId="280"/>
            <ac:spMk id="44" creationId="{66AE1D3D-3106-4CB2-AA7C-0C1642AC0F2E}"/>
          </ac:spMkLst>
        </pc:spChg>
        <pc:spChg chg="add del">
          <ac:chgData name="Mohamad Janaby" userId="1189d37e-e692-4029-bdf6-cae76cab5803" providerId="ADAL" clId="{0C4F7E19-AC2B-4446-B99E-C79F0BDD4204}" dt="2025-11-12T12:38:23.563" v="656" actId="26606"/>
          <ac:spMkLst>
            <pc:docMk/>
            <pc:sldMk cId="3379168586" sldId="280"/>
            <ac:spMk id="50" creationId="{70DFC902-7D23-471A-B557-B6B6917D7A0D}"/>
          </ac:spMkLst>
        </pc:spChg>
        <pc:spChg chg="add del">
          <ac:chgData name="Mohamad Janaby" userId="1189d37e-e692-4029-bdf6-cae76cab5803" providerId="ADAL" clId="{0C4F7E19-AC2B-4446-B99E-C79F0BDD4204}" dt="2025-11-12T12:38:23.563" v="656" actId="26606"/>
          <ac:spMkLst>
            <pc:docMk/>
            <pc:sldMk cId="3379168586" sldId="280"/>
            <ac:spMk id="51" creationId="{A55D5633-D557-4DCA-982C-FF36EB7A1C00}"/>
          </ac:spMkLst>
        </pc:spChg>
        <pc:spChg chg="add del">
          <ac:chgData name="Mohamad Janaby" userId="1189d37e-e692-4029-bdf6-cae76cab5803" providerId="ADAL" clId="{0C4F7E19-AC2B-4446-B99E-C79F0BDD4204}" dt="2025-11-12T12:38:23.563" v="656" actId="26606"/>
          <ac:spMkLst>
            <pc:docMk/>
            <pc:sldMk cId="3379168586" sldId="280"/>
            <ac:spMk id="52" creationId="{450D3AD2-FA80-415F-A9CE-54D884561CD7}"/>
          </ac:spMkLst>
        </pc:spChg>
        <pc:spChg chg="add">
          <ac:chgData name="Mohamad Janaby" userId="1189d37e-e692-4029-bdf6-cae76cab5803" providerId="ADAL" clId="{0C4F7E19-AC2B-4446-B99E-C79F0BDD4204}" dt="2025-11-12T12:38:23.563" v="656" actId="26606"/>
          <ac:spMkLst>
            <pc:docMk/>
            <pc:sldMk cId="3379168586" sldId="280"/>
            <ac:spMk id="57" creationId="{DEE2AD96-B495-4E06-9291-B71706F728CB}"/>
          </ac:spMkLst>
        </pc:spChg>
        <pc:spChg chg="add">
          <ac:chgData name="Mohamad Janaby" userId="1189d37e-e692-4029-bdf6-cae76cab5803" providerId="ADAL" clId="{0C4F7E19-AC2B-4446-B99E-C79F0BDD4204}" dt="2025-11-12T12:38:23.563" v="656" actId="26606"/>
          <ac:spMkLst>
            <pc:docMk/>
            <pc:sldMk cId="3379168586" sldId="280"/>
            <ac:spMk id="59" creationId="{53CF6D67-C5A8-4ADD-9E8E-1E38CA1D3166}"/>
          </ac:spMkLst>
        </pc:spChg>
        <pc:spChg chg="add">
          <ac:chgData name="Mohamad Janaby" userId="1189d37e-e692-4029-bdf6-cae76cab5803" providerId="ADAL" clId="{0C4F7E19-AC2B-4446-B99E-C79F0BDD4204}" dt="2025-11-12T12:38:23.563" v="656" actId="26606"/>
          <ac:spMkLst>
            <pc:docMk/>
            <pc:sldMk cId="3379168586" sldId="280"/>
            <ac:spMk id="61" creationId="{86909FA0-B515-4681-B7A8-FA281D133B94}"/>
          </ac:spMkLst>
        </pc:spChg>
        <pc:spChg chg="add">
          <ac:chgData name="Mohamad Janaby" userId="1189d37e-e692-4029-bdf6-cae76cab5803" providerId="ADAL" clId="{0C4F7E19-AC2B-4446-B99E-C79F0BDD4204}" dt="2025-11-12T12:38:23.563" v="656" actId="26606"/>
          <ac:spMkLst>
            <pc:docMk/>
            <pc:sldMk cId="3379168586" sldId="280"/>
            <ac:spMk id="63" creationId="{21C9FE86-FCC3-4A31-AA1C-C882262B7FE7}"/>
          </ac:spMkLst>
        </pc:spChg>
        <pc:spChg chg="add">
          <ac:chgData name="Mohamad Janaby" userId="1189d37e-e692-4029-bdf6-cae76cab5803" providerId="ADAL" clId="{0C4F7E19-AC2B-4446-B99E-C79F0BDD4204}" dt="2025-11-12T12:38:23.563" v="656" actId="26606"/>
          <ac:spMkLst>
            <pc:docMk/>
            <pc:sldMk cId="3379168586" sldId="280"/>
            <ac:spMk id="67" creationId="{A09989E4-EFDC-4A90-A633-E0525FB4139E}"/>
          </ac:spMkLst>
        </pc:spChg>
        <pc:graphicFrameChg chg="add del">
          <ac:chgData name="Mohamad Janaby" userId="1189d37e-e692-4029-bdf6-cae76cab5803" providerId="ADAL" clId="{0C4F7E19-AC2B-4446-B99E-C79F0BDD4204}" dt="2025-11-12T12:36:41.257" v="633" actId="26606"/>
          <ac:graphicFrameMkLst>
            <pc:docMk/>
            <pc:sldMk cId="3379168586" sldId="280"/>
            <ac:graphicFrameMk id="5" creationId="{B15B26C3-CEA0-D104-8E33-705414C629AB}"/>
          </ac:graphicFrameMkLst>
        </pc:graphicFrameChg>
      </pc:sldChg>
      <pc:sldChg chg="addSp delSp modSp new mod setBg modAnim">
        <pc:chgData name="Mohamad Janaby" userId="1189d37e-e692-4029-bdf6-cae76cab5803" providerId="ADAL" clId="{0C4F7E19-AC2B-4446-B99E-C79F0BDD4204}" dt="2025-11-12T15:27:29.791" v="834" actId="14100"/>
        <pc:sldMkLst>
          <pc:docMk/>
          <pc:sldMk cId="1719380306" sldId="281"/>
        </pc:sldMkLst>
        <pc:spChg chg="mod">
          <ac:chgData name="Mohamad Janaby" userId="1189d37e-e692-4029-bdf6-cae76cab5803" providerId="ADAL" clId="{0C4F7E19-AC2B-4446-B99E-C79F0BDD4204}" dt="2025-11-12T15:27:29.791" v="834" actId="14100"/>
          <ac:spMkLst>
            <pc:docMk/>
            <pc:sldMk cId="1719380306" sldId="281"/>
            <ac:spMk id="2" creationId="{10806805-A35D-A3AE-CDED-FDADB4B18F2F}"/>
          </ac:spMkLst>
        </pc:spChg>
        <pc:spChg chg="add del mod">
          <ac:chgData name="Mohamad Janaby" userId="1189d37e-e692-4029-bdf6-cae76cab5803" providerId="ADAL" clId="{0C4F7E19-AC2B-4446-B99E-C79F0BDD4204}" dt="2025-11-12T13:06:24.849" v="802" actId="26606"/>
          <ac:spMkLst>
            <pc:docMk/>
            <pc:sldMk cId="1719380306" sldId="281"/>
            <ac:spMk id="3" creationId="{71CD7A82-3A78-65C1-C8A9-449AA5BAA3F5}"/>
          </ac:spMkLst>
        </pc:spChg>
        <pc:spChg chg="add mod">
          <ac:chgData name="Mohamad Janaby" userId="1189d37e-e692-4029-bdf6-cae76cab5803" providerId="ADAL" clId="{0C4F7E19-AC2B-4446-B99E-C79F0BDD4204}" dt="2025-11-12T15:27:24.859" v="833" actId="255"/>
          <ac:spMkLst>
            <pc:docMk/>
            <pc:sldMk cId="1719380306" sldId="281"/>
            <ac:spMk id="7" creationId="{71CD7A82-3A78-65C1-C8A9-449AA5BAA3F5}"/>
          </ac:spMkLst>
        </pc:spChg>
        <pc:spChg chg="add">
          <ac:chgData name="Mohamad Janaby" userId="1189d37e-e692-4029-bdf6-cae76cab5803" providerId="ADAL" clId="{0C4F7E19-AC2B-4446-B99E-C79F0BDD4204}" dt="2025-11-12T13:06:24.849" v="802" actId="26606"/>
          <ac:spMkLst>
            <pc:docMk/>
            <pc:sldMk cId="1719380306" sldId="281"/>
            <ac:spMk id="8" creationId="{09588DA8-065E-4F6F-8EFD-43104AB2E0CF}"/>
          </ac:spMkLst>
        </pc:spChg>
        <pc:spChg chg="add">
          <ac:chgData name="Mohamad Janaby" userId="1189d37e-e692-4029-bdf6-cae76cab5803" providerId="ADAL" clId="{0C4F7E19-AC2B-4446-B99E-C79F0BDD4204}" dt="2025-11-12T13:06:24.849" v="802" actId="26606"/>
          <ac:spMkLst>
            <pc:docMk/>
            <pc:sldMk cId="1719380306" sldId="281"/>
            <ac:spMk id="10" creationId="{C4285719-470E-454C-AF62-8323075F1F5B}"/>
          </ac:spMkLst>
        </pc:spChg>
        <pc:spChg chg="add">
          <ac:chgData name="Mohamad Janaby" userId="1189d37e-e692-4029-bdf6-cae76cab5803" providerId="ADAL" clId="{0C4F7E19-AC2B-4446-B99E-C79F0BDD4204}" dt="2025-11-12T13:06:24.849" v="802" actId="26606"/>
          <ac:spMkLst>
            <pc:docMk/>
            <pc:sldMk cId="1719380306" sldId="281"/>
            <ac:spMk id="12" creationId="{CD9FE4EF-C4D8-49A0-B2FF-81D8DB7D8A24}"/>
          </ac:spMkLst>
        </pc:spChg>
        <pc:spChg chg="add">
          <ac:chgData name="Mohamad Janaby" userId="1189d37e-e692-4029-bdf6-cae76cab5803" providerId="ADAL" clId="{0C4F7E19-AC2B-4446-B99E-C79F0BDD4204}" dt="2025-11-12T13:06:24.849" v="802" actId="26606"/>
          <ac:spMkLst>
            <pc:docMk/>
            <pc:sldMk cId="1719380306" sldId="281"/>
            <ac:spMk id="14" creationId="{4300840D-0A0B-4512-BACA-B439D5B9C57C}"/>
          </ac:spMkLst>
        </pc:spChg>
        <pc:spChg chg="add">
          <ac:chgData name="Mohamad Janaby" userId="1189d37e-e692-4029-bdf6-cae76cab5803" providerId="ADAL" clId="{0C4F7E19-AC2B-4446-B99E-C79F0BDD4204}" dt="2025-11-12T13:06:24.849" v="802" actId="26606"/>
          <ac:spMkLst>
            <pc:docMk/>
            <pc:sldMk cId="1719380306" sldId="281"/>
            <ac:spMk id="16" creationId="{D2B78728-A580-49A7-84F9-6EF6F583ADE0}"/>
          </ac:spMkLst>
        </pc:spChg>
        <pc:spChg chg="add">
          <ac:chgData name="Mohamad Janaby" userId="1189d37e-e692-4029-bdf6-cae76cab5803" providerId="ADAL" clId="{0C4F7E19-AC2B-4446-B99E-C79F0BDD4204}" dt="2025-11-12T13:06:24.849" v="802" actId="26606"/>
          <ac:spMkLst>
            <pc:docMk/>
            <pc:sldMk cId="1719380306" sldId="281"/>
            <ac:spMk id="18" creationId="{38FAA1A1-D861-433F-88FA-1E9D6FD31D11}"/>
          </ac:spMkLst>
        </pc:spChg>
        <pc:spChg chg="add">
          <ac:chgData name="Mohamad Janaby" userId="1189d37e-e692-4029-bdf6-cae76cab5803" providerId="ADAL" clId="{0C4F7E19-AC2B-4446-B99E-C79F0BDD4204}" dt="2025-11-12T13:06:24.849" v="802" actId="26606"/>
          <ac:spMkLst>
            <pc:docMk/>
            <pc:sldMk cId="1719380306" sldId="281"/>
            <ac:spMk id="20" creationId="{8D71EDA1-87BF-4D5D-AB79-F346FD19278A}"/>
          </ac:spMkLst>
        </pc:spChg>
        <pc:graphicFrameChg chg="add del">
          <ac:chgData name="Mohamad Janaby" userId="1189d37e-e692-4029-bdf6-cae76cab5803" providerId="ADAL" clId="{0C4F7E19-AC2B-4446-B99E-C79F0BDD4204}" dt="2025-11-12T13:06:24.835" v="801" actId="26606"/>
          <ac:graphicFrameMkLst>
            <pc:docMk/>
            <pc:sldMk cId="1719380306" sldId="281"/>
            <ac:graphicFrameMk id="5" creationId="{91B60D30-FE14-6599-52EF-CD950B3ED7A8}"/>
          </ac:graphicFrameMkLst>
        </pc:graphicFrameChg>
      </pc:sldChg>
      <pc:sldChg chg="addSp delSp modSp new mod setBg">
        <pc:chgData name="Mohamad Janaby" userId="1189d37e-e692-4029-bdf6-cae76cab5803" providerId="ADAL" clId="{0C4F7E19-AC2B-4446-B99E-C79F0BDD4204}" dt="2025-11-13T08:56:45.699" v="908" actId="20577"/>
        <pc:sldMkLst>
          <pc:docMk/>
          <pc:sldMk cId="2191906888" sldId="282"/>
        </pc:sldMkLst>
        <pc:spChg chg="mod">
          <ac:chgData name="Mohamad Janaby" userId="1189d37e-e692-4029-bdf6-cae76cab5803" providerId="ADAL" clId="{0C4F7E19-AC2B-4446-B99E-C79F0BDD4204}" dt="2025-11-13T08:56:45.699" v="908" actId="20577"/>
          <ac:spMkLst>
            <pc:docMk/>
            <pc:sldMk cId="2191906888" sldId="282"/>
            <ac:spMk id="2" creationId="{6A41F13C-558A-9670-134E-DFAC6C9D1279}"/>
          </ac:spMkLst>
        </pc:spChg>
        <pc:spChg chg="mod">
          <ac:chgData name="Mohamad Janaby" userId="1189d37e-e692-4029-bdf6-cae76cab5803" providerId="ADAL" clId="{0C4F7E19-AC2B-4446-B99E-C79F0BDD4204}" dt="2025-11-13T08:56:40.959" v="904" actId="255"/>
          <ac:spMkLst>
            <pc:docMk/>
            <pc:sldMk cId="2191906888" sldId="282"/>
            <ac:spMk id="3" creationId="{EB3AE0F2-0900-A04A-CB71-6201DB80F813}"/>
          </ac:spMkLst>
        </pc:spChg>
        <pc:spChg chg="add del">
          <ac:chgData name="Mohamad Janaby" userId="1189d37e-e692-4029-bdf6-cae76cab5803" providerId="ADAL" clId="{0C4F7E19-AC2B-4446-B99E-C79F0BDD4204}" dt="2025-11-13T08:56:33.184" v="902" actId="26606"/>
          <ac:spMkLst>
            <pc:docMk/>
            <pc:sldMk cId="2191906888" sldId="282"/>
            <ac:spMk id="8" creationId="{DEE2AD96-B495-4E06-9291-B71706F728CB}"/>
          </ac:spMkLst>
        </pc:spChg>
        <pc:spChg chg="add del">
          <ac:chgData name="Mohamad Janaby" userId="1189d37e-e692-4029-bdf6-cae76cab5803" providerId="ADAL" clId="{0C4F7E19-AC2B-4446-B99E-C79F0BDD4204}" dt="2025-11-13T08:56:33.184" v="902" actId="26606"/>
          <ac:spMkLst>
            <pc:docMk/>
            <pc:sldMk cId="2191906888" sldId="282"/>
            <ac:spMk id="10" creationId="{53CF6D67-C5A8-4ADD-9E8E-1E38CA1D3166}"/>
          </ac:spMkLst>
        </pc:spChg>
        <pc:spChg chg="add del">
          <ac:chgData name="Mohamad Janaby" userId="1189d37e-e692-4029-bdf6-cae76cab5803" providerId="ADAL" clId="{0C4F7E19-AC2B-4446-B99E-C79F0BDD4204}" dt="2025-11-13T08:56:33.184" v="902" actId="26606"/>
          <ac:spMkLst>
            <pc:docMk/>
            <pc:sldMk cId="2191906888" sldId="282"/>
            <ac:spMk id="12" creationId="{86909FA0-B515-4681-B7A8-FA281D133B94}"/>
          </ac:spMkLst>
        </pc:spChg>
        <pc:spChg chg="add del">
          <ac:chgData name="Mohamad Janaby" userId="1189d37e-e692-4029-bdf6-cae76cab5803" providerId="ADAL" clId="{0C4F7E19-AC2B-4446-B99E-C79F0BDD4204}" dt="2025-11-13T08:56:33.184" v="902" actId="26606"/>
          <ac:spMkLst>
            <pc:docMk/>
            <pc:sldMk cId="2191906888" sldId="282"/>
            <ac:spMk id="14" creationId="{21C9FE86-FCC3-4A31-AA1C-C882262B7FE7}"/>
          </ac:spMkLst>
        </pc:spChg>
        <pc:spChg chg="add del">
          <ac:chgData name="Mohamad Janaby" userId="1189d37e-e692-4029-bdf6-cae76cab5803" providerId="ADAL" clId="{0C4F7E19-AC2B-4446-B99E-C79F0BDD4204}" dt="2025-11-13T08:56:33.184" v="902" actId="26606"/>
          <ac:spMkLst>
            <pc:docMk/>
            <pc:sldMk cId="2191906888" sldId="282"/>
            <ac:spMk id="16" creationId="{7D96243B-ECED-4B71-8E06-AE9A285EAD20}"/>
          </ac:spMkLst>
        </pc:spChg>
        <pc:spChg chg="add del">
          <ac:chgData name="Mohamad Janaby" userId="1189d37e-e692-4029-bdf6-cae76cab5803" providerId="ADAL" clId="{0C4F7E19-AC2B-4446-B99E-C79F0BDD4204}" dt="2025-11-13T08:56:33.184" v="902" actId="26606"/>
          <ac:spMkLst>
            <pc:docMk/>
            <pc:sldMk cId="2191906888" sldId="282"/>
            <ac:spMk id="18" creationId="{A09989E4-EFDC-4A90-A633-E0525FB4139E}"/>
          </ac:spMkLst>
        </pc:spChg>
        <pc:spChg chg="add">
          <ac:chgData name="Mohamad Janaby" userId="1189d37e-e692-4029-bdf6-cae76cab5803" providerId="ADAL" clId="{0C4F7E19-AC2B-4446-B99E-C79F0BDD4204}" dt="2025-11-13T08:56:33.195" v="903" actId="26606"/>
          <ac:spMkLst>
            <pc:docMk/>
            <pc:sldMk cId="2191906888" sldId="282"/>
            <ac:spMk id="20" creationId="{1B15ED52-F352-441B-82BF-E0EA34836D08}"/>
          </ac:spMkLst>
        </pc:spChg>
        <pc:spChg chg="add">
          <ac:chgData name="Mohamad Janaby" userId="1189d37e-e692-4029-bdf6-cae76cab5803" providerId="ADAL" clId="{0C4F7E19-AC2B-4446-B99E-C79F0BDD4204}" dt="2025-11-13T08:56:33.195" v="903" actId="26606"/>
          <ac:spMkLst>
            <pc:docMk/>
            <pc:sldMk cId="2191906888" sldId="282"/>
            <ac:spMk id="21" creationId="{3B2E3793-BFE6-45A2-9B7B-E18844431C99}"/>
          </ac:spMkLst>
        </pc:spChg>
        <pc:spChg chg="add">
          <ac:chgData name="Mohamad Janaby" userId="1189d37e-e692-4029-bdf6-cae76cab5803" providerId="ADAL" clId="{0C4F7E19-AC2B-4446-B99E-C79F0BDD4204}" dt="2025-11-13T08:56:33.195" v="903" actId="26606"/>
          <ac:spMkLst>
            <pc:docMk/>
            <pc:sldMk cId="2191906888" sldId="282"/>
            <ac:spMk id="22" creationId="{BC4C4868-CB8F-4AF9-9CDB-8108F2C19B67}"/>
          </ac:spMkLst>
        </pc:spChg>
        <pc:spChg chg="add">
          <ac:chgData name="Mohamad Janaby" userId="1189d37e-e692-4029-bdf6-cae76cab5803" providerId="ADAL" clId="{0C4F7E19-AC2B-4446-B99E-C79F0BDD4204}" dt="2025-11-13T08:56:33.195" v="903" actId="26606"/>
          <ac:spMkLst>
            <pc:docMk/>
            <pc:sldMk cId="2191906888" sldId="282"/>
            <ac:spMk id="23" creationId="{375E0459-6403-40CD-989D-56A4407CA12E}"/>
          </ac:spMkLst>
        </pc:spChg>
        <pc:spChg chg="add">
          <ac:chgData name="Mohamad Janaby" userId="1189d37e-e692-4029-bdf6-cae76cab5803" providerId="ADAL" clId="{0C4F7E19-AC2B-4446-B99E-C79F0BDD4204}" dt="2025-11-13T08:56:33.195" v="903" actId="26606"/>
          <ac:spMkLst>
            <pc:docMk/>
            <pc:sldMk cId="2191906888" sldId="282"/>
            <ac:spMk id="24" creationId="{53E5B1A8-3AC9-4BD1-9BBC-78CA94F2D1B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E0BF6B-3737-4D47-9F0A-863DF7F87DB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9DCAE58-095D-4E8B-A6EA-F0E76646189E}">
      <dgm:prSet/>
      <dgm:spPr/>
      <dgm:t>
        <a:bodyPr/>
        <a:lstStyle/>
        <a:p>
          <a:r>
            <a:rPr lang="en-GB" b="1" dirty="0"/>
            <a:t>January</a:t>
          </a:r>
          <a:r>
            <a:rPr lang="en-GB" dirty="0"/>
            <a:t>: </a:t>
          </a:r>
        </a:p>
        <a:p>
          <a:r>
            <a:rPr lang="en-GB" dirty="0"/>
            <a:t>- Choose topic.</a:t>
          </a:r>
        </a:p>
        <a:p>
          <a:r>
            <a:rPr lang="en-GB" dirty="0"/>
            <a:t>-  Attend LLM Dissertation meeting with your Programme Convenor. </a:t>
          </a:r>
        </a:p>
        <a:p>
          <a:r>
            <a:rPr lang="en-GB" dirty="0"/>
            <a:t>- Q &amp; A sessions available with Dissertation Convenors.</a:t>
          </a:r>
        </a:p>
        <a:p>
          <a:r>
            <a:rPr lang="en-GB" dirty="0"/>
            <a:t>- You will receive messages about the dates. </a:t>
          </a:r>
          <a:endParaRPr lang="en-US" dirty="0"/>
        </a:p>
      </dgm:t>
    </dgm:pt>
    <dgm:pt modelId="{98D0B663-0AFD-4502-A304-BCF5EC8005A0}" type="parTrans" cxnId="{7864EF93-A341-474E-9FF2-7A1191ED3F6F}">
      <dgm:prSet/>
      <dgm:spPr/>
      <dgm:t>
        <a:bodyPr/>
        <a:lstStyle/>
        <a:p>
          <a:endParaRPr lang="en-US"/>
        </a:p>
      </dgm:t>
    </dgm:pt>
    <dgm:pt modelId="{B3CCDC2B-7C0D-43FF-9BDF-BE82B985D624}" type="sibTrans" cxnId="{7864EF93-A341-474E-9FF2-7A1191ED3F6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04FCEA6-E92D-40D0-BB7A-02BE6F829C75}">
      <dgm:prSet/>
      <dgm:spPr/>
      <dgm:t>
        <a:bodyPr/>
        <a:lstStyle/>
        <a:p>
          <a:r>
            <a:rPr lang="en-GB" dirty="0"/>
            <a:t>By </a:t>
          </a:r>
          <a:r>
            <a:rPr lang="en-GB" b="1" dirty="0"/>
            <a:t>2 February 2026, </a:t>
          </a:r>
          <a:r>
            <a:rPr lang="en-GB" dirty="0"/>
            <a:t>submit your </a:t>
          </a:r>
          <a:r>
            <a:rPr lang="en-GB" b="1" dirty="0"/>
            <a:t>Dissertation Topic </a:t>
          </a:r>
          <a:r>
            <a:rPr lang="en-GB" dirty="0"/>
            <a:t>on Moodle.</a:t>
          </a:r>
          <a:endParaRPr lang="en-US" dirty="0"/>
        </a:p>
      </dgm:t>
    </dgm:pt>
    <dgm:pt modelId="{A780624D-5519-4E31-BD9E-C31F9A8E92CB}" type="parTrans" cxnId="{72EF9BD1-6C73-4B5B-A3DE-1E943F36E985}">
      <dgm:prSet/>
      <dgm:spPr/>
      <dgm:t>
        <a:bodyPr/>
        <a:lstStyle/>
        <a:p>
          <a:endParaRPr lang="en-US"/>
        </a:p>
      </dgm:t>
    </dgm:pt>
    <dgm:pt modelId="{18FF7D53-FBC0-4F83-9EDC-9BA1C8D4374B}" type="sibTrans" cxnId="{72EF9BD1-6C73-4B5B-A3DE-1E943F36E98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B27AC76-251D-4FAA-88F6-CBA03A24E959}">
      <dgm:prSet/>
      <dgm:spPr/>
      <dgm:t>
        <a:bodyPr/>
        <a:lstStyle/>
        <a:p>
          <a:r>
            <a:rPr lang="en-GB" dirty="0"/>
            <a:t>Towards the end of term 2, you will receive the details of the allocated supervisor.</a:t>
          </a:r>
          <a:endParaRPr lang="en-US" dirty="0"/>
        </a:p>
      </dgm:t>
    </dgm:pt>
    <dgm:pt modelId="{4F480CCD-8652-46DD-B01B-2BA91F670689}" type="parTrans" cxnId="{C71BD327-DC20-436B-8112-683497C836BD}">
      <dgm:prSet/>
      <dgm:spPr/>
      <dgm:t>
        <a:bodyPr/>
        <a:lstStyle/>
        <a:p>
          <a:endParaRPr lang="en-US"/>
        </a:p>
      </dgm:t>
    </dgm:pt>
    <dgm:pt modelId="{17B1AB0B-7078-4CE4-A758-6FF759F3EA5C}" type="sibTrans" cxnId="{C71BD327-DC20-436B-8112-683497C836B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675AA93-0600-4764-A490-C873080CFE8A}">
      <dgm:prSet/>
      <dgm:spPr/>
      <dgm:t>
        <a:bodyPr/>
        <a:lstStyle/>
        <a:p>
          <a:r>
            <a:rPr lang="en-GB" b="1" dirty="0"/>
            <a:t>In May</a:t>
          </a:r>
          <a:r>
            <a:rPr lang="en-GB" dirty="0"/>
            <a:t>: produce a dissertation proposal and arrange your first supervision meeting.</a:t>
          </a:r>
          <a:endParaRPr lang="en-US" dirty="0"/>
        </a:p>
      </dgm:t>
    </dgm:pt>
    <dgm:pt modelId="{C97CB2CC-6609-468F-A644-34C7E66022C2}" type="parTrans" cxnId="{BA30A1F7-D160-459A-B3DD-B16EA988BBAA}">
      <dgm:prSet/>
      <dgm:spPr/>
      <dgm:t>
        <a:bodyPr/>
        <a:lstStyle/>
        <a:p>
          <a:endParaRPr lang="en-US"/>
        </a:p>
      </dgm:t>
    </dgm:pt>
    <dgm:pt modelId="{D106590D-0101-402B-AA3E-903017B89858}" type="sibTrans" cxnId="{BA30A1F7-D160-459A-B3DD-B16EA988BBA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9D6F6EA-46AD-426C-9AE8-BD4C231FB2D6}">
      <dgm:prSet/>
      <dgm:spPr/>
      <dgm:t>
        <a:bodyPr/>
        <a:lstStyle/>
        <a:p>
          <a:r>
            <a:rPr lang="en-GB" b="1" dirty="0"/>
            <a:t>Before the End of June</a:t>
          </a:r>
          <a:r>
            <a:rPr lang="en-GB" dirty="0"/>
            <a:t>: Submit draft chapter to your supervisor and arrange a second meeting.</a:t>
          </a:r>
          <a:endParaRPr lang="en-US" dirty="0"/>
        </a:p>
      </dgm:t>
    </dgm:pt>
    <dgm:pt modelId="{89E45821-649D-480C-BC22-7B883912FC82}" type="parTrans" cxnId="{E720E4C1-F342-4B17-9DE8-7C1421F1AB16}">
      <dgm:prSet/>
      <dgm:spPr/>
      <dgm:t>
        <a:bodyPr/>
        <a:lstStyle/>
        <a:p>
          <a:endParaRPr lang="en-US"/>
        </a:p>
      </dgm:t>
    </dgm:pt>
    <dgm:pt modelId="{336A9812-5D27-4340-8DB9-3C4EBD4AFDCC}" type="sibTrans" cxnId="{E720E4C1-F342-4B17-9DE8-7C1421F1AB16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FF07947E-8D71-4794-B526-7EB3A5871D05}">
      <dgm:prSet/>
      <dgm:spPr/>
      <dgm:t>
        <a:bodyPr/>
        <a:lstStyle/>
        <a:p>
          <a:r>
            <a:rPr lang="en-GB" b="1" dirty="0"/>
            <a:t>13 August 2026</a:t>
          </a:r>
          <a:r>
            <a:rPr lang="en-GB" dirty="0"/>
            <a:t>: Submission of dissertation</a:t>
          </a:r>
          <a:endParaRPr lang="en-US" dirty="0"/>
        </a:p>
      </dgm:t>
    </dgm:pt>
    <dgm:pt modelId="{5FAAE6EE-C1CF-401E-A20E-B3CB6D8875BB}" type="parTrans" cxnId="{916542AE-EEDE-4913-A89D-54790E34B75E}">
      <dgm:prSet/>
      <dgm:spPr/>
      <dgm:t>
        <a:bodyPr/>
        <a:lstStyle/>
        <a:p>
          <a:endParaRPr lang="en-US"/>
        </a:p>
      </dgm:t>
    </dgm:pt>
    <dgm:pt modelId="{6CBDC003-C89F-43F1-BD96-AAE284A9CD52}" type="sibTrans" cxnId="{916542AE-EEDE-4913-A89D-54790E34B75E}">
      <dgm:prSet phldrT="6" phldr="0"/>
      <dgm:spPr/>
      <dgm:t>
        <a:bodyPr/>
        <a:lstStyle/>
        <a:p>
          <a:endParaRPr lang="en-US"/>
        </a:p>
      </dgm:t>
    </dgm:pt>
    <dgm:pt modelId="{60DBA7DE-EE71-449B-9F32-C440AF0DCA77}" type="pres">
      <dgm:prSet presAssocID="{A2E0BF6B-3737-4D47-9F0A-863DF7F87DBF}" presName="Name0" presStyleCnt="0">
        <dgm:presLayoutVars>
          <dgm:dir/>
          <dgm:resizeHandles val="exact"/>
        </dgm:presLayoutVars>
      </dgm:prSet>
      <dgm:spPr/>
    </dgm:pt>
    <dgm:pt modelId="{61098885-6B44-4FAF-87B5-2DA2A92F6911}" type="pres">
      <dgm:prSet presAssocID="{C9DCAE58-095D-4E8B-A6EA-F0E76646189E}" presName="node" presStyleLbl="node1" presStyleIdx="0" presStyleCnt="6">
        <dgm:presLayoutVars>
          <dgm:bulletEnabled val="1"/>
        </dgm:presLayoutVars>
      </dgm:prSet>
      <dgm:spPr/>
    </dgm:pt>
    <dgm:pt modelId="{70A649F2-2EB9-4101-8DAD-1018681E6881}" type="pres">
      <dgm:prSet presAssocID="{B3CCDC2B-7C0D-43FF-9BDF-BE82B985D624}" presName="sibTrans" presStyleLbl="sibTrans1D1" presStyleIdx="0" presStyleCnt="5"/>
      <dgm:spPr/>
    </dgm:pt>
    <dgm:pt modelId="{DEEDEFEB-736E-4311-831B-3C53E7E55545}" type="pres">
      <dgm:prSet presAssocID="{B3CCDC2B-7C0D-43FF-9BDF-BE82B985D624}" presName="connectorText" presStyleLbl="sibTrans1D1" presStyleIdx="0" presStyleCnt="5"/>
      <dgm:spPr/>
    </dgm:pt>
    <dgm:pt modelId="{57536EE4-FA42-48C7-9411-C4084E4F4F7D}" type="pres">
      <dgm:prSet presAssocID="{904FCEA6-E92D-40D0-BB7A-02BE6F829C75}" presName="node" presStyleLbl="node1" presStyleIdx="1" presStyleCnt="6">
        <dgm:presLayoutVars>
          <dgm:bulletEnabled val="1"/>
        </dgm:presLayoutVars>
      </dgm:prSet>
      <dgm:spPr/>
    </dgm:pt>
    <dgm:pt modelId="{8A4AA344-A49F-4CC2-9DF3-C57F36DCDB74}" type="pres">
      <dgm:prSet presAssocID="{18FF7D53-FBC0-4F83-9EDC-9BA1C8D4374B}" presName="sibTrans" presStyleLbl="sibTrans1D1" presStyleIdx="1" presStyleCnt="5"/>
      <dgm:spPr/>
    </dgm:pt>
    <dgm:pt modelId="{3FB6B500-6031-46ED-9516-65718FFE0DF7}" type="pres">
      <dgm:prSet presAssocID="{18FF7D53-FBC0-4F83-9EDC-9BA1C8D4374B}" presName="connectorText" presStyleLbl="sibTrans1D1" presStyleIdx="1" presStyleCnt="5"/>
      <dgm:spPr/>
    </dgm:pt>
    <dgm:pt modelId="{E2114591-6372-42FD-83A6-72EA60E2DBFF}" type="pres">
      <dgm:prSet presAssocID="{5B27AC76-251D-4FAA-88F6-CBA03A24E959}" presName="node" presStyleLbl="node1" presStyleIdx="2" presStyleCnt="6">
        <dgm:presLayoutVars>
          <dgm:bulletEnabled val="1"/>
        </dgm:presLayoutVars>
      </dgm:prSet>
      <dgm:spPr/>
    </dgm:pt>
    <dgm:pt modelId="{91BBF5C9-36E8-4F68-BF16-1472059EBF39}" type="pres">
      <dgm:prSet presAssocID="{17B1AB0B-7078-4CE4-A758-6FF759F3EA5C}" presName="sibTrans" presStyleLbl="sibTrans1D1" presStyleIdx="2" presStyleCnt="5"/>
      <dgm:spPr/>
    </dgm:pt>
    <dgm:pt modelId="{D7F777F9-441C-4BD7-84E0-61A3AE7D1E02}" type="pres">
      <dgm:prSet presAssocID="{17B1AB0B-7078-4CE4-A758-6FF759F3EA5C}" presName="connectorText" presStyleLbl="sibTrans1D1" presStyleIdx="2" presStyleCnt="5"/>
      <dgm:spPr/>
    </dgm:pt>
    <dgm:pt modelId="{F4468AB9-7A4E-451C-99A6-57CA91E9EB0F}" type="pres">
      <dgm:prSet presAssocID="{3675AA93-0600-4764-A490-C873080CFE8A}" presName="node" presStyleLbl="node1" presStyleIdx="3" presStyleCnt="6">
        <dgm:presLayoutVars>
          <dgm:bulletEnabled val="1"/>
        </dgm:presLayoutVars>
      </dgm:prSet>
      <dgm:spPr/>
    </dgm:pt>
    <dgm:pt modelId="{FAE952DE-6EA3-4E5A-B84A-A930E54CCD16}" type="pres">
      <dgm:prSet presAssocID="{D106590D-0101-402B-AA3E-903017B89858}" presName="sibTrans" presStyleLbl="sibTrans1D1" presStyleIdx="3" presStyleCnt="5"/>
      <dgm:spPr/>
    </dgm:pt>
    <dgm:pt modelId="{770FA2AC-8B71-41CA-8D5A-93DCC1CE85A1}" type="pres">
      <dgm:prSet presAssocID="{D106590D-0101-402B-AA3E-903017B89858}" presName="connectorText" presStyleLbl="sibTrans1D1" presStyleIdx="3" presStyleCnt="5"/>
      <dgm:spPr/>
    </dgm:pt>
    <dgm:pt modelId="{9849ABC6-959A-478B-9F25-574B332DA98F}" type="pres">
      <dgm:prSet presAssocID="{69D6F6EA-46AD-426C-9AE8-BD4C231FB2D6}" presName="node" presStyleLbl="node1" presStyleIdx="4" presStyleCnt="6">
        <dgm:presLayoutVars>
          <dgm:bulletEnabled val="1"/>
        </dgm:presLayoutVars>
      </dgm:prSet>
      <dgm:spPr/>
    </dgm:pt>
    <dgm:pt modelId="{D9867776-1E69-4E15-8B85-23D689979F97}" type="pres">
      <dgm:prSet presAssocID="{336A9812-5D27-4340-8DB9-3C4EBD4AFDCC}" presName="sibTrans" presStyleLbl="sibTrans1D1" presStyleIdx="4" presStyleCnt="5"/>
      <dgm:spPr/>
    </dgm:pt>
    <dgm:pt modelId="{53100A68-D34B-4CEF-B0FC-2CDEC0FD1C5E}" type="pres">
      <dgm:prSet presAssocID="{336A9812-5D27-4340-8DB9-3C4EBD4AFDCC}" presName="connectorText" presStyleLbl="sibTrans1D1" presStyleIdx="4" presStyleCnt="5"/>
      <dgm:spPr/>
    </dgm:pt>
    <dgm:pt modelId="{F4503A18-D80B-4C27-9AF8-5BDB0E855FA8}" type="pres">
      <dgm:prSet presAssocID="{FF07947E-8D71-4794-B526-7EB3A5871D05}" presName="node" presStyleLbl="node1" presStyleIdx="5" presStyleCnt="6">
        <dgm:presLayoutVars>
          <dgm:bulletEnabled val="1"/>
        </dgm:presLayoutVars>
      </dgm:prSet>
      <dgm:spPr/>
    </dgm:pt>
  </dgm:ptLst>
  <dgm:cxnLst>
    <dgm:cxn modelId="{5BD27607-EAF8-4CAF-B864-D6F29157101D}" type="presOf" srcId="{5B27AC76-251D-4FAA-88F6-CBA03A24E959}" destId="{E2114591-6372-42FD-83A6-72EA60E2DBFF}" srcOrd="0" destOrd="0" presId="urn:microsoft.com/office/officeart/2016/7/layout/RepeatingBendingProcessNew"/>
    <dgm:cxn modelId="{CCF3FF15-F237-49AC-8DCC-B4B64BE09D67}" type="presOf" srcId="{336A9812-5D27-4340-8DB9-3C4EBD4AFDCC}" destId="{D9867776-1E69-4E15-8B85-23D689979F97}" srcOrd="0" destOrd="0" presId="urn:microsoft.com/office/officeart/2016/7/layout/RepeatingBendingProcessNew"/>
    <dgm:cxn modelId="{59EE3A16-6700-4CFA-A8E9-CA4921ECA94B}" type="presOf" srcId="{904FCEA6-E92D-40D0-BB7A-02BE6F829C75}" destId="{57536EE4-FA42-48C7-9411-C4084E4F4F7D}" srcOrd="0" destOrd="0" presId="urn:microsoft.com/office/officeart/2016/7/layout/RepeatingBendingProcessNew"/>
    <dgm:cxn modelId="{6EC3C01D-B227-4A68-A78D-189A08BF6078}" type="presOf" srcId="{18FF7D53-FBC0-4F83-9EDC-9BA1C8D4374B}" destId="{8A4AA344-A49F-4CC2-9DF3-C57F36DCDB74}" srcOrd="0" destOrd="0" presId="urn:microsoft.com/office/officeart/2016/7/layout/RepeatingBendingProcessNew"/>
    <dgm:cxn modelId="{C71BD327-DC20-436B-8112-683497C836BD}" srcId="{A2E0BF6B-3737-4D47-9F0A-863DF7F87DBF}" destId="{5B27AC76-251D-4FAA-88F6-CBA03A24E959}" srcOrd="2" destOrd="0" parTransId="{4F480CCD-8652-46DD-B01B-2BA91F670689}" sibTransId="{17B1AB0B-7078-4CE4-A758-6FF759F3EA5C}"/>
    <dgm:cxn modelId="{C5F89D5F-0263-49E0-94CA-FC80F43D5326}" type="presOf" srcId="{B3CCDC2B-7C0D-43FF-9BDF-BE82B985D624}" destId="{DEEDEFEB-736E-4311-831B-3C53E7E55545}" srcOrd="1" destOrd="0" presId="urn:microsoft.com/office/officeart/2016/7/layout/RepeatingBendingProcessNew"/>
    <dgm:cxn modelId="{AAD3DC43-73BB-4E09-B32D-9973FF882D96}" type="presOf" srcId="{C9DCAE58-095D-4E8B-A6EA-F0E76646189E}" destId="{61098885-6B44-4FAF-87B5-2DA2A92F6911}" srcOrd="0" destOrd="0" presId="urn:microsoft.com/office/officeart/2016/7/layout/RepeatingBendingProcessNew"/>
    <dgm:cxn modelId="{18EE7B4E-B4C1-4C3B-B6F7-4E503264F7C3}" type="presOf" srcId="{3675AA93-0600-4764-A490-C873080CFE8A}" destId="{F4468AB9-7A4E-451C-99A6-57CA91E9EB0F}" srcOrd="0" destOrd="0" presId="urn:microsoft.com/office/officeart/2016/7/layout/RepeatingBendingProcessNew"/>
    <dgm:cxn modelId="{314A2F79-5A53-4F9D-8763-A57E1A16CA70}" type="presOf" srcId="{336A9812-5D27-4340-8DB9-3C4EBD4AFDCC}" destId="{53100A68-D34B-4CEF-B0FC-2CDEC0FD1C5E}" srcOrd="1" destOrd="0" presId="urn:microsoft.com/office/officeart/2016/7/layout/RepeatingBendingProcessNew"/>
    <dgm:cxn modelId="{FCFDF279-1612-4B8F-919F-E22922CEAC51}" type="presOf" srcId="{D106590D-0101-402B-AA3E-903017B89858}" destId="{770FA2AC-8B71-41CA-8D5A-93DCC1CE85A1}" srcOrd="1" destOrd="0" presId="urn:microsoft.com/office/officeart/2016/7/layout/RepeatingBendingProcessNew"/>
    <dgm:cxn modelId="{CF404D8E-9975-40A7-A6B8-ABEAABB71A05}" type="presOf" srcId="{18FF7D53-FBC0-4F83-9EDC-9BA1C8D4374B}" destId="{3FB6B500-6031-46ED-9516-65718FFE0DF7}" srcOrd="1" destOrd="0" presId="urn:microsoft.com/office/officeart/2016/7/layout/RepeatingBendingProcessNew"/>
    <dgm:cxn modelId="{5E377890-98D8-4180-92D5-552367D8F7E2}" type="presOf" srcId="{A2E0BF6B-3737-4D47-9F0A-863DF7F87DBF}" destId="{60DBA7DE-EE71-449B-9F32-C440AF0DCA77}" srcOrd="0" destOrd="0" presId="urn:microsoft.com/office/officeart/2016/7/layout/RepeatingBendingProcessNew"/>
    <dgm:cxn modelId="{7864EF93-A341-474E-9FF2-7A1191ED3F6F}" srcId="{A2E0BF6B-3737-4D47-9F0A-863DF7F87DBF}" destId="{C9DCAE58-095D-4E8B-A6EA-F0E76646189E}" srcOrd="0" destOrd="0" parTransId="{98D0B663-0AFD-4502-A304-BCF5EC8005A0}" sibTransId="{B3CCDC2B-7C0D-43FF-9BDF-BE82B985D624}"/>
    <dgm:cxn modelId="{C7853C9E-4B67-48AE-BE27-CDB59B4A7B32}" type="presOf" srcId="{D106590D-0101-402B-AA3E-903017B89858}" destId="{FAE952DE-6EA3-4E5A-B84A-A930E54CCD16}" srcOrd="0" destOrd="0" presId="urn:microsoft.com/office/officeart/2016/7/layout/RepeatingBendingProcessNew"/>
    <dgm:cxn modelId="{916542AE-EEDE-4913-A89D-54790E34B75E}" srcId="{A2E0BF6B-3737-4D47-9F0A-863DF7F87DBF}" destId="{FF07947E-8D71-4794-B526-7EB3A5871D05}" srcOrd="5" destOrd="0" parTransId="{5FAAE6EE-C1CF-401E-A20E-B3CB6D8875BB}" sibTransId="{6CBDC003-C89F-43F1-BD96-AAE284A9CD52}"/>
    <dgm:cxn modelId="{E720E4C1-F342-4B17-9DE8-7C1421F1AB16}" srcId="{A2E0BF6B-3737-4D47-9F0A-863DF7F87DBF}" destId="{69D6F6EA-46AD-426C-9AE8-BD4C231FB2D6}" srcOrd="4" destOrd="0" parTransId="{89E45821-649D-480C-BC22-7B883912FC82}" sibTransId="{336A9812-5D27-4340-8DB9-3C4EBD4AFDCC}"/>
    <dgm:cxn modelId="{72EF9BD1-6C73-4B5B-A3DE-1E943F36E985}" srcId="{A2E0BF6B-3737-4D47-9F0A-863DF7F87DBF}" destId="{904FCEA6-E92D-40D0-BB7A-02BE6F829C75}" srcOrd="1" destOrd="0" parTransId="{A780624D-5519-4E31-BD9E-C31F9A8E92CB}" sibTransId="{18FF7D53-FBC0-4F83-9EDC-9BA1C8D4374B}"/>
    <dgm:cxn modelId="{52CDD5D3-70F5-4698-9AD3-0F4566420445}" type="presOf" srcId="{17B1AB0B-7078-4CE4-A758-6FF759F3EA5C}" destId="{91BBF5C9-36E8-4F68-BF16-1472059EBF39}" srcOrd="0" destOrd="0" presId="urn:microsoft.com/office/officeart/2016/7/layout/RepeatingBendingProcessNew"/>
    <dgm:cxn modelId="{544020D7-BCD3-4B6D-8F56-F05905A59CB2}" type="presOf" srcId="{69D6F6EA-46AD-426C-9AE8-BD4C231FB2D6}" destId="{9849ABC6-959A-478B-9F25-574B332DA98F}" srcOrd="0" destOrd="0" presId="urn:microsoft.com/office/officeart/2016/7/layout/RepeatingBendingProcessNew"/>
    <dgm:cxn modelId="{D105E4E2-7818-42C7-B04F-56C9427752B4}" type="presOf" srcId="{B3CCDC2B-7C0D-43FF-9BDF-BE82B985D624}" destId="{70A649F2-2EB9-4101-8DAD-1018681E6881}" srcOrd="0" destOrd="0" presId="urn:microsoft.com/office/officeart/2016/7/layout/RepeatingBendingProcessNew"/>
    <dgm:cxn modelId="{BA30A1F7-D160-459A-B3DD-B16EA988BBAA}" srcId="{A2E0BF6B-3737-4D47-9F0A-863DF7F87DBF}" destId="{3675AA93-0600-4764-A490-C873080CFE8A}" srcOrd="3" destOrd="0" parTransId="{C97CB2CC-6609-468F-A644-34C7E66022C2}" sibTransId="{D106590D-0101-402B-AA3E-903017B89858}"/>
    <dgm:cxn modelId="{236E16FC-2BA8-4503-A88D-25856C915B20}" type="presOf" srcId="{FF07947E-8D71-4794-B526-7EB3A5871D05}" destId="{F4503A18-D80B-4C27-9AF8-5BDB0E855FA8}" srcOrd="0" destOrd="0" presId="urn:microsoft.com/office/officeart/2016/7/layout/RepeatingBendingProcessNew"/>
    <dgm:cxn modelId="{1D03E5FF-B327-4BC4-BBBF-1F6D0DC878DA}" type="presOf" srcId="{17B1AB0B-7078-4CE4-A758-6FF759F3EA5C}" destId="{D7F777F9-441C-4BD7-84E0-61A3AE7D1E02}" srcOrd="1" destOrd="0" presId="urn:microsoft.com/office/officeart/2016/7/layout/RepeatingBendingProcessNew"/>
    <dgm:cxn modelId="{A4F8B716-A8D2-4B50-AAB8-11488825816A}" type="presParOf" srcId="{60DBA7DE-EE71-449B-9F32-C440AF0DCA77}" destId="{61098885-6B44-4FAF-87B5-2DA2A92F6911}" srcOrd="0" destOrd="0" presId="urn:microsoft.com/office/officeart/2016/7/layout/RepeatingBendingProcessNew"/>
    <dgm:cxn modelId="{F22734C9-4B27-4A89-807F-1191D616A668}" type="presParOf" srcId="{60DBA7DE-EE71-449B-9F32-C440AF0DCA77}" destId="{70A649F2-2EB9-4101-8DAD-1018681E6881}" srcOrd="1" destOrd="0" presId="urn:microsoft.com/office/officeart/2016/7/layout/RepeatingBendingProcessNew"/>
    <dgm:cxn modelId="{85D43A71-2DD9-46BA-9412-1DEDA4D2D239}" type="presParOf" srcId="{70A649F2-2EB9-4101-8DAD-1018681E6881}" destId="{DEEDEFEB-736E-4311-831B-3C53E7E55545}" srcOrd="0" destOrd="0" presId="urn:microsoft.com/office/officeart/2016/7/layout/RepeatingBendingProcessNew"/>
    <dgm:cxn modelId="{2C1F7684-53AE-4118-A87E-7CB99E288A34}" type="presParOf" srcId="{60DBA7DE-EE71-449B-9F32-C440AF0DCA77}" destId="{57536EE4-FA42-48C7-9411-C4084E4F4F7D}" srcOrd="2" destOrd="0" presId="urn:microsoft.com/office/officeart/2016/7/layout/RepeatingBendingProcessNew"/>
    <dgm:cxn modelId="{ED465810-6AFB-4F7F-9F14-85481DC1690C}" type="presParOf" srcId="{60DBA7DE-EE71-449B-9F32-C440AF0DCA77}" destId="{8A4AA344-A49F-4CC2-9DF3-C57F36DCDB74}" srcOrd="3" destOrd="0" presId="urn:microsoft.com/office/officeart/2016/7/layout/RepeatingBendingProcessNew"/>
    <dgm:cxn modelId="{10857A9F-41FE-4CBB-A281-C30727FA5243}" type="presParOf" srcId="{8A4AA344-A49F-4CC2-9DF3-C57F36DCDB74}" destId="{3FB6B500-6031-46ED-9516-65718FFE0DF7}" srcOrd="0" destOrd="0" presId="urn:microsoft.com/office/officeart/2016/7/layout/RepeatingBendingProcessNew"/>
    <dgm:cxn modelId="{F9DB0658-84DE-4C90-8967-A5B33F351AFA}" type="presParOf" srcId="{60DBA7DE-EE71-449B-9F32-C440AF0DCA77}" destId="{E2114591-6372-42FD-83A6-72EA60E2DBFF}" srcOrd="4" destOrd="0" presId="urn:microsoft.com/office/officeart/2016/7/layout/RepeatingBendingProcessNew"/>
    <dgm:cxn modelId="{66881421-1BB6-4198-B531-712282D0FFB7}" type="presParOf" srcId="{60DBA7DE-EE71-449B-9F32-C440AF0DCA77}" destId="{91BBF5C9-36E8-4F68-BF16-1472059EBF39}" srcOrd="5" destOrd="0" presId="urn:microsoft.com/office/officeart/2016/7/layout/RepeatingBendingProcessNew"/>
    <dgm:cxn modelId="{410E94B2-9FD9-4B28-A34B-8EE5B464789F}" type="presParOf" srcId="{91BBF5C9-36E8-4F68-BF16-1472059EBF39}" destId="{D7F777F9-441C-4BD7-84E0-61A3AE7D1E02}" srcOrd="0" destOrd="0" presId="urn:microsoft.com/office/officeart/2016/7/layout/RepeatingBendingProcessNew"/>
    <dgm:cxn modelId="{C190C798-D704-434C-83F5-02D59DD46F26}" type="presParOf" srcId="{60DBA7DE-EE71-449B-9F32-C440AF0DCA77}" destId="{F4468AB9-7A4E-451C-99A6-57CA91E9EB0F}" srcOrd="6" destOrd="0" presId="urn:microsoft.com/office/officeart/2016/7/layout/RepeatingBendingProcessNew"/>
    <dgm:cxn modelId="{F012CA79-1A71-4548-952D-D4D63020E071}" type="presParOf" srcId="{60DBA7DE-EE71-449B-9F32-C440AF0DCA77}" destId="{FAE952DE-6EA3-4E5A-B84A-A930E54CCD16}" srcOrd="7" destOrd="0" presId="urn:microsoft.com/office/officeart/2016/7/layout/RepeatingBendingProcessNew"/>
    <dgm:cxn modelId="{D6417CCF-6519-4BF5-B2BB-23FD5DBD2622}" type="presParOf" srcId="{FAE952DE-6EA3-4E5A-B84A-A930E54CCD16}" destId="{770FA2AC-8B71-41CA-8D5A-93DCC1CE85A1}" srcOrd="0" destOrd="0" presId="urn:microsoft.com/office/officeart/2016/7/layout/RepeatingBendingProcessNew"/>
    <dgm:cxn modelId="{DF15FA6A-AB0C-4F36-92C2-8C2289267A79}" type="presParOf" srcId="{60DBA7DE-EE71-449B-9F32-C440AF0DCA77}" destId="{9849ABC6-959A-478B-9F25-574B332DA98F}" srcOrd="8" destOrd="0" presId="urn:microsoft.com/office/officeart/2016/7/layout/RepeatingBendingProcessNew"/>
    <dgm:cxn modelId="{74B76089-5C4B-48BC-9C2B-581936923033}" type="presParOf" srcId="{60DBA7DE-EE71-449B-9F32-C440AF0DCA77}" destId="{D9867776-1E69-4E15-8B85-23D689979F97}" srcOrd="9" destOrd="0" presId="urn:microsoft.com/office/officeart/2016/7/layout/RepeatingBendingProcessNew"/>
    <dgm:cxn modelId="{CD259F94-7E6D-430A-BC34-26F0C7675D83}" type="presParOf" srcId="{D9867776-1E69-4E15-8B85-23D689979F97}" destId="{53100A68-D34B-4CEF-B0FC-2CDEC0FD1C5E}" srcOrd="0" destOrd="0" presId="urn:microsoft.com/office/officeart/2016/7/layout/RepeatingBendingProcessNew"/>
    <dgm:cxn modelId="{E2A55CE0-C476-4F33-8817-3C09207F2E24}" type="presParOf" srcId="{60DBA7DE-EE71-449B-9F32-C440AF0DCA77}" destId="{F4503A18-D80B-4C27-9AF8-5BDB0E855FA8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649F2-2EB9-4101-8DAD-1018681E6881}">
      <dsp:nvSpPr>
        <dsp:cNvPr id="0" name=""/>
        <dsp:cNvSpPr/>
      </dsp:nvSpPr>
      <dsp:spPr>
        <a:xfrm>
          <a:off x="3213860" y="934932"/>
          <a:ext cx="7070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3384" y="45719"/>
              </a:lnTo>
            </a:path>
            <a:path>
              <a:moveTo>
                <a:pt x="403657" y="45719"/>
              </a:moveTo>
              <a:lnTo>
                <a:pt x="70704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1</a:t>
          </a:r>
        </a:p>
      </dsp:txBody>
      <dsp:txXfrm>
        <a:off x="3517245" y="908963"/>
        <a:ext cx="100273" cy="143379"/>
      </dsp:txXfrm>
    </dsp:sp>
    <dsp:sp modelId="{61098885-6B44-4FAF-87B5-2DA2A92F6911}">
      <dsp:nvSpPr>
        <dsp:cNvPr id="0" name=""/>
        <dsp:cNvSpPr/>
      </dsp:nvSpPr>
      <dsp:spPr>
        <a:xfrm>
          <a:off x="8519" y="18510"/>
          <a:ext cx="3207141" cy="19242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53" tIns="164959" rIns="157153" bIns="164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January</a:t>
          </a:r>
          <a:r>
            <a:rPr lang="en-GB" sz="1200" kern="1200" dirty="0"/>
            <a:t>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- Choose topic.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-  Attend LLM Dissertation meeting with your Programme Convenor.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- Q &amp; A sessions available with Dissertation Convenors.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- You will receive messages about the dates. </a:t>
          </a:r>
          <a:endParaRPr lang="en-US" sz="1200" kern="1200" dirty="0"/>
        </a:p>
      </dsp:txBody>
      <dsp:txXfrm>
        <a:off x="8519" y="18510"/>
        <a:ext cx="3207141" cy="1924284"/>
      </dsp:txXfrm>
    </dsp:sp>
    <dsp:sp modelId="{8A4AA344-A49F-4CC2-9DF3-C57F36DCDB74}">
      <dsp:nvSpPr>
        <dsp:cNvPr id="0" name=""/>
        <dsp:cNvSpPr/>
      </dsp:nvSpPr>
      <dsp:spPr>
        <a:xfrm>
          <a:off x="7158644" y="934932"/>
          <a:ext cx="7070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3384" y="45719"/>
              </a:lnTo>
            </a:path>
            <a:path>
              <a:moveTo>
                <a:pt x="403657" y="45719"/>
              </a:moveTo>
              <a:lnTo>
                <a:pt x="707042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2</a:t>
          </a:r>
        </a:p>
      </dsp:txBody>
      <dsp:txXfrm>
        <a:off x="7462029" y="908963"/>
        <a:ext cx="100273" cy="143379"/>
      </dsp:txXfrm>
    </dsp:sp>
    <dsp:sp modelId="{57536EE4-FA42-48C7-9411-C4084E4F4F7D}">
      <dsp:nvSpPr>
        <dsp:cNvPr id="0" name=""/>
        <dsp:cNvSpPr/>
      </dsp:nvSpPr>
      <dsp:spPr>
        <a:xfrm>
          <a:off x="3953303" y="18510"/>
          <a:ext cx="3207141" cy="19242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53" tIns="164959" rIns="157153" bIns="164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By </a:t>
          </a:r>
          <a:r>
            <a:rPr lang="en-GB" sz="1200" b="1" kern="1200" dirty="0"/>
            <a:t>2 February 2026, </a:t>
          </a:r>
          <a:r>
            <a:rPr lang="en-GB" sz="1200" kern="1200" dirty="0"/>
            <a:t>submit your </a:t>
          </a:r>
          <a:r>
            <a:rPr lang="en-GB" sz="1200" b="1" kern="1200" dirty="0"/>
            <a:t>Dissertation Topic </a:t>
          </a:r>
          <a:r>
            <a:rPr lang="en-GB" sz="1200" kern="1200" dirty="0"/>
            <a:t>on Moodle.</a:t>
          </a:r>
          <a:endParaRPr lang="en-US" sz="1200" kern="1200" dirty="0"/>
        </a:p>
      </dsp:txBody>
      <dsp:txXfrm>
        <a:off x="3953303" y="18510"/>
        <a:ext cx="3207141" cy="1924284"/>
      </dsp:txXfrm>
    </dsp:sp>
    <dsp:sp modelId="{91BBF5C9-36E8-4F68-BF16-1472059EBF39}">
      <dsp:nvSpPr>
        <dsp:cNvPr id="0" name=""/>
        <dsp:cNvSpPr/>
      </dsp:nvSpPr>
      <dsp:spPr>
        <a:xfrm>
          <a:off x="1612090" y="1940995"/>
          <a:ext cx="7889567" cy="707042"/>
        </a:xfrm>
        <a:custGeom>
          <a:avLst/>
          <a:gdLst/>
          <a:ahLst/>
          <a:cxnLst/>
          <a:rect l="0" t="0" r="0" b="0"/>
          <a:pathLst>
            <a:path>
              <a:moveTo>
                <a:pt x="7889567" y="0"/>
              </a:moveTo>
              <a:lnTo>
                <a:pt x="7889567" y="370621"/>
              </a:lnTo>
              <a:lnTo>
                <a:pt x="0" y="370621"/>
              </a:lnTo>
              <a:lnTo>
                <a:pt x="0" y="707042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3</a:t>
          </a:r>
        </a:p>
      </dsp:txBody>
      <dsp:txXfrm>
        <a:off x="5358774" y="2222826"/>
        <a:ext cx="396198" cy="143379"/>
      </dsp:txXfrm>
    </dsp:sp>
    <dsp:sp modelId="{E2114591-6372-42FD-83A6-72EA60E2DBFF}">
      <dsp:nvSpPr>
        <dsp:cNvPr id="0" name=""/>
        <dsp:cNvSpPr/>
      </dsp:nvSpPr>
      <dsp:spPr>
        <a:xfrm>
          <a:off x="7898087" y="18510"/>
          <a:ext cx="3207141" cy="19242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53" tIns="164959" rIns="157153" bIns="164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Towards the end of term 2, you will receive the details of the allocated supervisor.</a:t>
          </a:r>
          <a:endParaRPr lang="en-US" sz="1200" kern="1200" dirty="0"/>
        </a:p>
      </dsp:txBody>
      <dsp:txXfrm>
        <a:off x="7898087" y="18510"/>
        <a:ext cx="3207141" cy="1924284"/>
      </dsp:txXfrm>
    </dsp:sp>
    <dsp:sp modelId="{FAE952DE-6EA3-4E5A-B84A-A930E54CCD16}">
      <dsp:nvSpPr>
        <dsp:cNvPr id="0" name=""/>
        <dsp:cNvSpPr/>
      </dsp:nvSpPr>
      <dsp:spPr>
        <a:xfrm>
          <a:off x="3213860" y="3596860"/>
          <a:ext cx="7070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3384" y="45719"/>
              </a:lnTo>
            </a:path>
            <a:path>
              <a:moveTo>
                <a:pt x="403657" y="45719"/>
              </a:moveTo>
              <a:lnTo>
                <a:pt x="707042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4</a:t>
          </a:r>
        </a:p>
      </dsp:txBody>
      <dsp:txXfrm>
        <a:off x="3517245" y="3570890"/>
        <a:ext cx="100273" cy="143379"/>
      </dsp:txXfrm>
    </dsp:sp>
    <dsp:sp modelId="{F4468AB9-7A4E-451C-99A6-57CA91E9EB0F}">
      <dsp:nvSpPr>
        <dsp:cNvPr id="0" name=""/>
        <dsp:cNvSpPr/>
      </dsp:nvSpPr>
      <dsp:spPr>
        <a:xfrm>
          <a:off x="8519" y="2680437"/>
          <a:ext cx="3207141" cy="192428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53" tIns="164959" rIns="157153" bIns="164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 May</a:t>
          </a:r>
          <a:r>
            <a:rPr lang="en-GB" sz="1200" kern="1200" dirty="0"/>
            <a:t>: produce a dissertation proposal and arrange your first supervision meeting.</a:t>
          </a:r>
          <a:endParaRPr lang="en-US" sz="1200" kern="1200" dirty="0"/>
        </a:p>
      </dsp:txBody>
      <dsp:txXfrm>
        <a:off x="8519" y="2680437"/>
        <a:ext cx="3207141" cy="1924284"/>
      </dsp:txXfrm>
    </dsp:sp>
    <dsp:sp modelId="{D9867776-1E69-4E15-8B85-23D689979F97}">
      <dsp:nvSpPr>
        <dsp:cNvPr id="0" name=""/>
        <dsp:cNvSpPr/>
      </dsp:nvSpPr>
      <dsp:spPr>
        <a:xfrm>
          <a:off x="7158644" y="3596860"/>
          <a:ext cx="7070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3384" y="45719"/>
              </a:lnTo>
            </a:path>
            <a:path>
              <a:moveTo>
                <a:pt x="403657" y="45719"/>
              </a:moveTo>
              <a:lnTo>
                <a:pt x="707042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5</a:t>
          </a:r>
        </a:p>
      </dsp:txBody>
      <dsp:txXfrm>
        <a:off x="7462029" y="3570890"/>
        <a:ext cx="100273" cy="143379"/>
      </dsp:txXfrm>
    </dsp:sp>
    <dsp:sp modelId="{9849ABC6-959A-478B-9F25-574B332DA98F}">
      <dsp:nvSpPr>
        <dsp:cNvPr id="0" name=""/>
        <dsp:cNvSpPr/>
      </dsp:nvSpPr>
      <dsp:spPr>
        <a:xfrm>
          <a:off x="3953303" y="2680437"/>
          <a:ext cx="3207141" cy="192428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53" tIns="164959" rIns="157153" bIns="164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Before the End of June</a:t>
          </a:r>
          <a:r>
            <a:rPr lang="en-GB" sz="1200" kern="1200" dirty="0"/>
            <a:t>: Submit draft chapter to your supervisor and arrange a second meeting.</a:t>
          </a:r>
          <a:endParaRPr lang="en-US" sz="1200" kern="1200" dirty="0"/>
        </a:p>
      </dsp:txBody>
      <dsp:txXfrm>
        <a:off x="3953303" y="2680437"/>
        <a:ext cx="3207141" cy="1924284"/>
      </dsp:txXfrm>
    </dsp:sp>
    <dsp:sp modelId="{F4503A18-D80B-4C27-9AF8-5BDB0E855FA8}">
      <dsp:nvSpPr>
        <dsp:cNvPr id="0" name=""/>
        <dsp:cNvSpPr/>
      </dsp:nvSpPr>
      <dsp:spPr>
        <a:xfrm>
          <a:off x="7898087" y="2680437"/>
          <a:ext cx="3207141" cy="19242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53" tIns="164959" rIns="157153" bIns="16495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13 August 2026</a:t>
          </a:r>
          <a:r>
            <a:rPr lang="en-GB" sz="1200" kern="1200" dirty="0"/>
            <a:t>: Submission of dissertation</a:t>
          </a:r>
          <a:endParaRPr lang="en-US" sz="1200" kern="1200" dirty="0"/>
        </a:p>
      </dsp:txBody>
      <dsp:txXfrm>
        <a:off x="7898087" y="2680437"/>
        <a:ext cx="3207141" cy="19242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47EA-CBD7-884F-9DE2-D785049A6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5AC91-EA0F-4740-8B1E-62977ED91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98FC1-0921-1648-9FC9-349BF928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530E-2158-2547-9B9D-6061B17B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9FFD4-F92D-CD41-B212-5160A4F25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64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766F6-EA81-D342-8A5A-AF1F0B024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ECB37-2E67-B14A-9439-0F06046B4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E4837-6E21-C14E-B34A-C1EEEDB0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6EBDA-81FF-DB43-92FC-74DCBA09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C4934-F001-E54B-9CF9-F8C00914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34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1A497-105D-544A-8910-35D5187FC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52E8-3623-3E47-A9E5-5DBE63AEC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31D6A-A874-394F-9AF7-200931E4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4660-91B6-4845-9086-949F7CF5F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F9889-F3CE-F84B-87CF-AF0E4B80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570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B5E9-52EE-3946-8CC8-39449D26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BED02-BD3E-2C4E-952F-561024117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9B69A-786C-D942-B063-8191511D2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26C2F-F38A-A447-9E8A-E166F238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BFF47-4892-454F-864F-4404F754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A561E-22F6-C24D-9823-0971515D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984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1E0B4-AE85-AD42-879E-D25EBFCD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F3FBB-7A24-5343-AEC3-D90A3D2E3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B2189-FEDB-8C43-9258-863ACAD0A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50E37-7035-5F41-B83A-E698CB1C20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ABA34-9DE1-8744-A618-0A7224182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AC919-6C3F-C346-82BE-81224F4AE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3C1CD5-150D-594E-A0A0-4C158CB6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E5463-CEC8-6F41-AAB7-D1F168E6B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37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A371-08FA-6B46-8340-77B5609E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7D9C1-CD60-2940-892E-BB683E0C1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1B8A8-CD37-3944-B39B-3D79F6EDB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F844A-1115-3B43-B077-DC43A8EE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430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7F92F-4AAB-104B-8959-ABDE09A5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E52EB8-18E1-7B44-B6FE-2C85959B3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F286F-CFB9-994E-A9AB-BAE5EEB3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45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252A-4A33-4046-BA25-294BAEC75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36EFF-9973-D24D-A4C4-2D773E798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81A7F-944D-6D4F-90ED-271C4660A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3EF85-C087-EB46-8391-9CDD1270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D74D1-D085-274F-B2B7-E50B8AC5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D9D5F-DA9B-A841-95C3-8E79D96D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979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48BE-C53A-5049-9CD2-87817C53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00568-4C23-5D4D-8C5C-25573D7BD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6299C-2A95-D344-9681-C9CC8F894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F1B8B-2A79-C640-B7F2-0654517A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0C20F-87D7-C246-95A0-3AB9C67A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82A3D-DB33-7945-BE3F-133579D4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92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E469-CB70-C346-A283-62DDA8D72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B27F3-F0EC-8840-A6B4-F190DAA4A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A6873-6FB8-9249-A9E4-20B664DD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0EC91-0008-714A-8260-D403E23A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12144-D32E-2F41-8DED-79826456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12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42368-01ED-434D-9123-82583C052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9B62A-BD3F-5645-B079-248D970A2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17F95-68DD-A94C-AE82-3E2464C2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E0895-818D-CF4F-A25E-CB0562E18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FEE7A-F63C-3D49-9D15-67848DF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801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A0C5C63-34E5-5E4D-B5CD-522251DC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1C2611E-8D53-5845-BF20-D51E9A52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00D400-A8AC-104F-BD8C-B61E11CA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C347E-76B3-FA45-92D7-4B1FDD4BF7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133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DA0EB22-DDD5-574D-B493-0EDE6877C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DE3F42-C2A1-5846-B138-D1E897D2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1E5420-B50A-D14D-B665-33BE9738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ED13-7E6D-3540-B4DD-2FF1D0BFD9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70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6A623-8B70-A14D-8700-A4C9133F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72211-2672-5A46-8B48-DFEC0E9F3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4D2A-03D6-5E4A-87CA-0D27D55C8D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CFAF3-04CA-9849-85BB-10FC7D7D730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B28B4-4D62-6541-838A-D135E5BA0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3A599-5F5C-7A42-9B33-78718F455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34394-B195-2245-A16A-FFED186BE2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97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mohamad.janaby@glasgow.ac.uk" TargetMode="External"/><Relationship Id="rId2" Type="http://schemas.openxmlformats.org/officeDocument/2006/relationships/hyperlink" Target="mailto:law-dissertation-pgt-enquiries@glasgow.ac.u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Gavin.Faulkner@glasgow.ac.u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aw.ox.ac.uk/sites/default/files/migrated/oscola_4th_edn_hart_2012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encore.lib.gla.ac.uk/iii/encore/record/C__Rb2177076" TargetMode="External"/><Relationship Id="rId7" Type="http://schemas.openxmlformats.org/officeDocument/2006/relationships/image" Target="../media/image3.svg"/><Relationship Id="rId2" Type="http://schemas.openxmlformats.org/officeDocument/2006/relationships/hyperlink" Target="http://encore.lib.gla.ac.uk/iii/encore/record/C__Rb204002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://encore.lib.gla.ac.uk/iii/encore/record/C__Rb1584374" TargetMode="External"/><Relationship Id="rId4" Type="http://schemas.openxmlformats.org/officeDocument/2006/relationships/hyperlink" Target="http://encore.lib.gla.ac.uk/iii/encore/record/C__Rb310427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.gla.ac.uk/course/index.php?categoryid=90" TargetMode="External"/><Relationship Id="rId7" Type="http://schemas.openxmlformats.org/officeDocument/2006/relationships/image" Target="../media/image5.svg"/><Relationship Id="rId2" Type="http://schemas.openxmlformats.org/officeDocument/2006/relationships/hyperlink" Target="https://moodle.gla.ac.uk/course/index.php?categoryid=260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gla.ac.uk/myglasgow/sld/about/team/college/socialsciences/" TargetMode="External"/><Relationship Id="rId4" Type="http://schemas.openxmlformats.org/officeDocument/2006/relationships/hyperlink" Target="https://moodle.gla.ac.uk/course/view.php?id=10313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B51C6-0107-804F-B35C-7864B9B25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Your Masters Dissertation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359FB-66F4-2C45-8749-CCE27C447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GB" sz="1700" dirty="0">
                <a:solidFill>
                  <a:srgbClr val="FFFFFF"/>
                </a:solidFill>
              </a:rPr>
              <a:t>Dr Mohamad Janaby </a:t>
            </a:r>
          </a:p>
          <a:p>
            <a:pPr algn="l"/>
            <a:r>
              <a:rPr lang="en-GB" sz="1700" dirty="0">
                <a:solidFill>
                  <a:srgbClr val="FFFFFF"/>
                </a:solidFill>
              </a:rPr>
              <a:t>University of Glasgow</a:t>
            </a:r>
          </a:p>
          <a:p>
            <a:pPr algn="l"/>
            <a:r>
              <a:rPr lang="en-GB" sz="1700" dirty="0">
                <a:solidFill>
                  <a:srgbClr val="FFFFFF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164694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1F13C-558A-9670-134E-DFAC6C9D1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Welcome to the LLM Dissertation Info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AE0F2-0900-A04A-CB71-6201DB80F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9:00–9:20 – Ordinary Dissertations (MJ)</a:t>
            </a:r>
          </a:p>
          <a:p>
            <a:pPr fontAlgn="base"/>
            <a:r>
              <a:rPr lang="en-GB" sz="2000" dirty="0"/>
              <a:t>9:20–9:35 – Collaborative Dissertations (JS)</a:t>
            </a:r>
          </a:p>
          <a:p>
            <a:pPr fontAlgn="base"/>
            <a:r>
              <a:rPr lang="en-GB" sz="2000" dirty="0"/>
              <a:t>9:35 - 09:55 Q&amp;A</a:t>
            </a:r>
          </a:p>
          <a:p>
            <a:pPr fontAlgn="base"/>
            <a:r>
              <a:rPr lang="en-GB" sz="2000" dirty="0"/>
              <a:t>9:55–10:00 – Break</a:t>
            </a:r>
          </a:p>
          <a:p>
            <a:pPr fontAlgn="base"/>
            <a:r>
              <a:rPr lang="en-GB" sz="2000" dirty="0"/>
              <a:t>10:00–10:40 – General Advice on Writing LLM Dissertations (Neil)</a:t>
            </a:r>
          </a:p>
          <a:p>
            <a:pPr fontAlgn="base"/>
            <a:endParaRPr lang="en-GB" sz="2000" dirty="0"/>
          </a:p>
          <a:p>
            <a:pPr fontAlgn="base"/>
            <a:r>
              <a:rPr lang="en-GB" sz="2000" dirty="0"/>
              <a:t> 10:40–11:00 – Q&amp;A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9190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1894DB-26CE-8648-9002-FD50520A5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Important information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A721D4-97E4-1C41-93EB-A206ACF16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 key information is available on the dedicated Moodle page. See in particular the </a:t>
            </a:r>
            <a:r>
              <a:rPr lang="en-GB" sz="2000" b="1" dirty="0"/>
              <a:t>Dissertation Guidelines</a:t>
            </a:r>
          </a:p>
          <a:p>
            <a:r>
              <a:rPr lang="en-GB" sz="2000" b="1" dirty="0"/>
              <a:t>It is a compulsory course</a:t>
            </a:r>
          </a:p>
          <a:p>
            <a:r>
              <a:rPr lang="en-GB" sz="2000" dirty="0"/>
              <a:t>The dissertation accounts for 60 credits in the LLM programmes.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GB" sz="2000" b="1" dirty="0"/>
              <a:t>You work independently on a topic of your choice, producing a major piece of research!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GB" sz="2000" b="1" dirty="0"/>
              <a:t>You need to write a 12000-word dissertation</a:t>
            </a:r>
          </a:p>
          <a:p>
            <a:pPr>
              <a:buFont typeface="Symbol" panose="05050102010706020507" pitchFamily="18" charset="2"/>
              <a:buChar char="Þ"/>
            </a:pPr>
            <a:endParaRPr lang="en-GB" sz="2000" dirty="0"/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2717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7E237-D222-3E41-9AC8-AAECCC9C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Contacts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B33EA-86EE-964D-8585-1A5CF5429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 administration team at: </a:t>
            </a:r>
            <a:r>
              <a:rPr lang="en-GB" sz="2000" dirty="0">
                <a:hlinkClick r:id="rId2"/>
              </a:rPr>
              <a:t>law-dissertation-pgt-enquiries@glasgow.ac.uk</a:t>
            </a:r>
            <a:r>
              <a:rPr lang="en-GB" sz="2000" dirty="0"/>
              <a:t> </a:t>
            </a:r>
          </a:p>
          <a:p>
            <a:r>
              <a:rPr lang="en-GB" sz="2000" dirty="0"/>
              <a:t>The Dissertation Coordinators are</a:t>
            </a:r>
          </a:p>
          <a:p>
            <a:r>
              <a:rPr lang="en-GB" sz="2000" dirty="0"/>
              <a:t> Dr Mohamad Janaby (</a:t>
            </a:r>
            <a:r>
              <a:rPr lang="en-GB" sz="2000" dirty="0">
                <a:hlinkClick r:id="rId3"/>
              </a:rPr>
              <a:t>mohamad.janaby@glasgow.ac.uk</a:t>
            </a:r>
            <a:r>
              <a:rPr lang="en-GB" sz="2000" dirty="0"/>
              <a:t>) (Semester 1)</a:t>
            </a:r>
          </a:p>
          <a:p>
            <a:r>
              <a:rPr lang="en-GB" sz="2000" dirty="0"/>
              <a:t>Dr Gavin Faulkner </a:t>
            </a:r>
            <a:r>
              <a:rPr lang="en-GB" sz="2000" b="1" dirty="0"/>
              <a:t>(</a:t>
            </a:r>
            <a:r>
              <a:rPr lang="en-GB" sz="2000" b="1" dirty="0">
                <a:hlinkClick r:id="rId4"/>
              </a:rPr>
              <a:t>Gavin.Faulkner@glasgow.ac.uk</a:t>
            </a:r>
            <a:r>
              <a:rPr lang="en-GB" sz="2000" b="1" dirty="0"/>
              <a:t>) </a:t>
            </a:r>
            <a:endParaRPr lang="en-GB" sz="2000" dirty="0"/>
          </a:p>
          <a:p>
            <a:r>
              <a:rPr lang="en-GB" sz="2000" dirty="0"/>
              <a:t>Your supervisor.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5659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11ADB5-D6E7-3942-AEB4-F29C4550C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The timeline </a:t>
            </a:r>
            <a:br>
              <a:rPr lang="en-GB" sz="2800">
                <a:solidFill>
                  <a:srgbClr val="FFFFFF"/>
                </a:solidFill>
              </a:rPr>
            </a:br>
            <a:endParaRPr lang="en-GB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C3C170-AC0B-4263-BD79-241D910663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1631750"/>
              </p:ext>
            </p:extLst>
          </p:nvPr>
        </p:nvGraphicFramePr>
        <p:xfrm>
          <a:off x="644056" y="1682151"/>
          <a:ext cx="11113748" cy="4623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3812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8BDF9-4C3A-5C15-F8CB-823E640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854" y="114659"/>
            <a:ext cx="4230100" cy="61780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0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 of topic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371116-E57B-4F32-4E86-B4A9786F2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8347" y="114659"/>
            <a:ext cx="6472107" cy="6372405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n-US" sz="1600" b="1" dirty="0"/>
              <a:t>General Requirements</a:t>
            </a:r>
            <a:endParaRPr lang="en-US" sz="1600" dirty="0"/>
          </a:p>
          <a:p>
            <a:pPr lvl="1"/>
            <a:r>
              <a:rPr lang="en-US" altLang="en-US" sz="1600" dirty="0"/>
              <a:t>Choose something you are interested in</a:t>
            </a:r>
            <a:endParaRPr lang="en-US" sz="1600" dirty="0"/>
          </a:p>
          <a:p>
            <a:pPr lvl="1"/>
            <a:r>
              <a:rPr lang="en-US" sz="1600" dirty="0"/>
              <a:t>In any area of law, provided a qualified supervisor is available.</a:t>
            </a:r>
          </a:p>
          <a:p>
            <a:pPr lvl="1"/>
            <a:r>
              <a:rPr lang="en-US" sz="1600" dirty="0"/>
              <a:t>To qualify for a </a:t>
            </a:r>
            <a:r>
              <a:rPr lang="en-US" sz="1600" i="1" dirty="0"/>
              <a:t>titular LLM</a:t>
            </a:r>
            <a:r>
              <a:rPr lang="en-US" sz="1600" dirty="0"/>
              <a:t>, the topic must fall within that LLM’s subject area.</a:t>
            </a:r>
          </a:p>
          <a:p>
            <a:pPr lvl="1"/>
            <a:r>
              <a:rPr lang="en-US" sz="1600" dirty="0"/>
              <a:t>The topic need not be taught in your </a:t>
            </a:r>
            <a:r>
              <a:rPr lang="en-US" sz="1600" dirty="0" err="1"/>
              <a:t>programme</a:t>
            </a:r>
            <a:r>
              <a:rPr lang="en-US" sz="1600" dirty="0"/>
              <a:t> and may include interdisciplinary aspects (e.g. politics, economics, history).</a:t>
            </a:r>
          </a:p>
          <a:p>
            <a:pPr lvl="1"/>
            <a:r>
              <a:rPr lang="en-US" sz="1600" dirty="0"/>
              <a:t>Remember: this is a law dissertation and will be assessed accordingly.</a:t>
            </a:r>
          </a:p>
          <a:p>
            <a:r>
              <a:rPr lang="en-US" sz="1600" b="1" dirty="0"/>
              <a:t>Selecting a Suitable Topic</a:t>
            </a:r>
            <a:endParaRPr lang="en-US" sz="1600" dirty="0"/>
          </a:p>
          <a:p>
            <a:pPr lvl="1"/>
            <a:r>
              <a:rPr lang="en-US" sz="1600" dirty="0"/>
              <a:t>Choose a precise, focused topic that allows for original legal analysis.</a:t>
            </a:r>
          </a:p>
          <a:p>
            <a:pPr lvl="1"/>
            <a:r>
              <a:rPr lang="en-US" sz="1600" dirty="0"/>
              <a:t>Avoid topics that are too broad (risk of descriptive writing) or too narrow (insufficient depth).</a:t>
            </a:r>
          </a:p>
          <a:p>
            <a:pPr lvl="1"/>
            <a:r>
              <a:rPr lang="en-US" sz="1600" dirty="0"/>
              <a:t>Students must conduct independent research to select their own topic—staff will not assign topics.</a:t>
            </a:r>
          </a:p>
          <a:p>
            <a:pPr lvl="1"/>
            <a:r>
              <a:rPr lang="en-US" sz="1600" dirty="0" err="1"/>
              <a:t>Programme</a:t>
            </a:r>
            <a:r>
              <a:rPr lang="en-US" sz="1600" dirty="0"/>
              <a:t> Conveners will hold a topic guidance session before the submission deadline.</a:t>
            </a:r>
          </a:p>
          <a:p>
            <a:r>
              <a:rPr lang="en-US" sz="1500" b="1" dirty="0"/>
              <a:t>Submission of Two Titles</a:t>
            </a:r>
            <a:endParaRPr lang="en-US" sz="1500" dirty="0"/>
          </a:p>
          <a:p>
            <a:pPr lvl="1"/>
            <a:r>
              <a:rPr lang="en-US" sz="1600" dirty="0"/>
              <a:t>You must submit two dissertation titles by Tuesday, 3 February 2026, via Moodle.</a:t>
            </a:r>
          </a:p>
          <a:p>
            <a:pPr lvl="1"/>
            <a:r>
              <a:rPr lang="en-US" sz="1600" dirty="0"/>
              <a:t>Each title must come from a different sub-field or pathway (e.g. International Law and Commercial Law).</a:t>
            </a:r>
          </a:p>
          <a:p>
            <a:r>
              <a:rPr lang="en-GB" sz="1500" b="1" dirty="0"/>
              <a:t>Level of Specificity</a:t>
            </a:r>
            <a:endParaRPr lang="en-GB" sz="1500" dirty="0"/>
          </a:p>
          <a:p>
            <a:pPr lvl="1"/>
            <a:r>
              <a:rPr lang="en-GB" sz="1500" dirty="0"/>
              <a:t>Topics must be </a:t>
            </a:r>
            <a:r>
              <a:rPr lang="en-GB" sz="1500" b="1" dirty="0"/>
              <a:t>clearly defined and researchable</a:t>
            </a:r>
            <a:r>
              <a:rPr lang="en-GB" sz="1500" dirty="0"/>
              <a:t>.</a:t>
            </a:r>
          </a:p>
          <a:p>
            <a:pPr lvl="2"/>
            <a:r>
              <a:rPr lang="en-GB" sz="1500" dirty="0"/>
              <a:t>Example (focused): </a:t>
            </a:r>
            <a:r>
              <a:rPr lang="en-GB" sz="1500" i="1" dirty="0"/>
              <a:t>The legality of targeted killings using unmanned drones under international law.</a:t>
            </a:r>
            <a:endParaRPr lang="en-GB" sz="1500" dirty="0"/>
          </a:p>
          <a:p>
            <a:pPr lvl="2"/>
            <a:r>
              <a:rPr lang="en-GB" sz="1500" dirty="0"/>
              <a:t>Example (too broad): </a:t>
            </a:r>
            <a:r>
              <a:rPr lang="en-GB" sz="1500" i="1" dirty="0"/>
              <a:t>Terrorism in the 21st Century.</a:t>
            </a:r>
            <a:endParaRPr lang="en-GB" sz="1500" dirty="0"/>
          </a:p>
          <a:p>
            <a:r>
              <a:rPr lang="en-GB" sz="1400" dirty="0"/>
              <a:t>Topics involving foreign law must include </a:t>
            </a:r>
            <a:r>
              <a:rPr lang="en-GB" sz="1400" b="1" dirty="0"/>
              <a:t>comparative or international analysis</a:t>
            </a:r>
            <a:r>
              <a:rPr lang="en-GB" sz="1400" dirty="0"/>
              <a:t>, not focus solely on one jurisdiction.</a:t>
            </a:r>
          </a:p>
          <a:p>
            <a:r>
              <a:rPr lang="en-US" altLang="en-US" sz="1400" dirty="0"/>
              <a:t>No substantial overlap between class essays and the dissertation.</a:t>
            </a:r>
          </a:p>
          <a:p>
            <a:endParaRPr lang="en-US" sz="13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F91A7-B347-35CB-88DE-801E07B8F1C6}"/>
              </a:ext>
            </a:extLst>
          </p:cNvPr>
          <p:cNvSpPr/>
          <p:nvPr/>
        </p:nvSpPr>
        <p:spPr>
          <a:xfrm>
            <a:off x="972061" y="3183471"/>
            <a:ext cx="3814901" cy="1509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Intellectual Property Pathway: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1" dirty="0"/>
              <a:t>Intellectual Property and the Digital Economy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1" dirty="0"/>
              <a:t>International Competition Law and Policy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1" dirty="0"/>
              <a:t>Technology Law &amp; Regulation</a:t>
            </a:r>
          </a:p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3A099F-2515-BBED-3D88-E7191383E272}"/>
              </a:ext>
            </a:extLst>
          </p:cNvPr>
          <p:cNvSpPr/>
          <p:nvPr/>
        </p:nvSpPr>
        <p:spPr>
          <a:xfrm>
            <a:off x="972061" y="1857908"/>
            <a:ext cx="3814901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Commercial Law Pathway: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Corporate and Financial Law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International Commercial Law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International Competition Law &amp; Policy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5E0B66-8C0C-0DD6-B201-ED892F514080}"/>
              </a:ext>
            </a:extLst>
          </p:cNvPr>
          <p:cNvSpPr/>
          <p:nvPr/>
        </p:nvSpPr>
        <p:spPr>
          <a:xfrm>
            <a:off x="972061" y="4704510"/>
            <a:ext cx="3814899" cy="163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International Law Pathway: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1" dirty="0"/>
              <a:t>International Economic Law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1" dirty="0"/>
              <a:t>International Law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1" dirty="0"/>
              <a:t>International Law &amp; International Security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1" dirty="0"/>
              <a:t>Human Rights Law</a:t>
            </a:r>
            <a:endParaRPr lang="en-GB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C1E0B3-11CD-5032-63A7-8DB9672E5403}"/>
              </a:ext>
            </a:extLst>
          </p:cNvPr>
          <p:cNvSpPr/>
          <p:nvPr/>
        </p:nvSpPr>
        <p:spPr>
          <a:xfrm>
            <a:off x="972061" y="1293800"/>
            <a:ext cx="3814901" cy="540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General LLM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379168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06805-A35D-A3AE-CDED-FDADB4B1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299247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700" dirty="0">
                <a:solidFill>
                  <a:srgbClr val="FFFFFF"/>
                </a:solidFill>
              </a:rPr>
              <a:t>Dissertation Supervision &amp; Responsibilities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1CD7A82-3A78-65C1-C8A9-449AA5BAA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7826" y="182880"/>
            <a:ext cx="7993753" cy="6525928"/>
          </a:xfrm>
        </p:spPr>
        <p:txBody>
          <a:bodyPr anchor="ctr">
            <a:norm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a substantial piece of independent research with critical analysis.</a:t>
            </a: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submission must be entirely the student’s own work.</a:t>
            </a: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are responsible for planning and completing all tasks; supervisors provide guidance only.</a:t>
            </a:r>
          </a:p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Supervision Responsibilities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Supervisors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actively monitor progress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must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meetings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contact points themselves.</a:t>
            </a: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timelines may prevent feedback in time for revisions.</a:t>
            </a:r>
          </a:p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Students (on Student Visa)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follow the supervision schedule strictly for UKVI compliance.</a:t>
            </a: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In-person attendance at the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workshop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mandatory.</a:t>
            </a: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Supervisory meetings in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and June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take place (in-person or virtual)</a:t>
            </a:r>
          </a:p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Meeting (May)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dissertation proposal.</a:t>
            </a: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a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5-page proposal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least 3 days in advance.</a:t>
            </a: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in-person or virtual (Zoom, Teams).</a:t>
            </a:r>
          </a:p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Contact Point (June)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 section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(max 1 chapter / 3,000 words).</a:t>
            </a: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provided via meeting (in-person/virtual) for international students; email feedback possible for others.</a:t>
            </a:r>
          </a:p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on Supervision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formal meetings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dissertation.</a:t>
            </a:r>
          </a:p>
          <a:p>
            <a:pPr lvl="1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emails or requests for advice are not permitted unless for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exceptional circumstances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access issues, extension requests).</a:t>
            </a:r>
          </a:p>
        </p:txBody>
      </p:sp>
    </p:spTree>
    <p:extLst>
      <p:ext uri="{BB962C8B-B14F-4D97-AF65-F5344CB8AC3E}">
        <p14:creationId xmlns:p14="http://schemas.microsoft.com/office/powerpoint/2010/main" val="171938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59" name="Rectangle 1435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FA94332C-42C0-4B25-9AE9-C4EE720E12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en-GB" altLang="en-US" sz="4000">
                <a:ea typeface="+mj-ea"/>
              </a:rPr>
              <a:t>Plagiarism and Self-Plagiarism</a:t>
            </a:r>
          </a:p>
        </p:txBody>
      </p:sp>
      <p:sp>
        <p:nvSpPr>
          <p:cNvPr id="14339" name="Rectangle 5">
            <a:extLst>
              <a:ext uri="{FF2B5EF4-FFF2-40B4-BE49-F238E27FC236}">
                <a16:creationId xmlns:a16="http://schemas.microsoft.com/office/drawing/2014/main" id="{03E9B15D-630D-0948-B92B-1B75A5CC0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 eaLnBrk="1" hangingPunct="1">
              <a:buFont typeface="Wingdings" pitchFamily="2" charset="2"/>
              <a:buNone/>
            </a:pPr>
            <a:endParaRPr lang="en-GB" altLang="en-US" sz="2000" dirty="0"/>
          </a:p>
          <a:p>
            <a:pPr>
              <a:defRPr/>
            </a:pPr>
            <a:r>
              <a:rPr lang="en-GB" altLang="en-US" sz="2000" dirty="0"/>
              <a:t>Plagiarism </a:t>
            </a:r>
          </a:p>
          <a:p>
            <a:pPr lvl="1">
              <a:defRPr/>
            </a:pPr>
            <a:r>
              <a:rPr lang="en-GB" altLang="en-US" sz="2000" dirty="0"/>
              <a:t>Check Policy carefully </a:t>
            </a:r>
          </a:p>
          <a:p>
            <a:pPr lvl="1">
              <a:defRPr/>
            </a:pPr>
            <a:r>
              <a:rPr lang="en-GB" altLang="en-US" sz="2000" dirty="0"/>
              <a:t>URKUND/Turnitin</a:t>
            </a:r>
          </a:p>
          <a:p>
            <a:pPr>
              <a:defRPr/>
            </a:pPr>
            <a:r>
              <a:rPr lang="en-GB" altLang="en-US" sz="2000" dirty="0"/>
              <a:t>No overlap with class essays</a:t>
            </a:r>
          </a:p>
          <a:p>
            <a:pPr>
              <a:defRPr/>
            </a:pPr>
            <a:r>
              <a:rPr lang="en-GB" altLang="en-US" sz="2000" dirty="0"/>
              <a:t>Be careful with AI-generated content! This can lead to student misconduct proceedings!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altLang="en-US" sz="2000" dirty="0"/>
              <a:t>=&gt; The dissertation must be your own work!</a:t>
            </a:r>
          </a:p>
        </p:txBody>
      </p:sp>
      <p:sp>
        <p:nvSpPr>
          <p:cNvPr id="14361" name="Rectangle 1436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3" name="Rectangle 1436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65" name="Rectangle 1436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67" name="Rectangle 1436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10" descr="plagiarism">
            <a:extLst>
              <a:ext uri="{FF2B5EF4-FFF2-40B4-BE49-F238E27FC236}">
                <a16:creationId xmlns:a16="http://schemas.microsoft.com/office/drawing/2014/main" id="{493D9DEC-6C84-6247-9AD5-C68D7B685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0"/>
          <a:stretch/>
        </p:blipFill>
        <p:spPr>
          <a:xfrm>
            <a:off x="7075967" y="1307528"/>
            <a:ext cx="4170530" cy="42748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2125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81" name="Rectangle 1538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3" name="Rectangle 1538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5" name="Rectangle 1538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7" name="Rectangle 1538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9" name="Rectangle 1538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B17857AC-5779-4F3F-A61E-B9A19D40C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altLang="en-US" sz="4000">
                <a:solidFill>
                  <a:srgbClr val="FFFFFF"/>
                </a:solidFill>
                <a:ea typeface="+mj-ea"/>
              </a:rPr>
              <a:t>Form of the dissertation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2C83DAB-15CD-0848-B2FA-C18657582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altLang="en-US" sz="2000" b="1"/>
              <a:t>12,000 words</a:t>
            </a:r>
            <a:r>
              <a:rPr lang="en-GB" altLang="en-US" sz="2000"/>
              <a:t>, penalties for excess apply!</a:t>
            </a:r>
          </a:p>
          <a:p>
            <a:pPr eaLnBrk="1" hangingPunct="1"/>
            <a:r>
              <a:rPr lang="en-GB" altLang="en-US" sz="2000"/>
              <a:t>Check guidance on presentation carefully.</a:t>
            </a:r>
          </a:p>
          <a:p>
            <a:pPr eaLnBrk="1" hangingPunct="1"/>
            <a:r>
              <a:rPr lang="en-GB" altLang="en-US" sz="2000"/>
              <a:t>Footnotes and appendices (but not bibliography, title page, table of cases, table of abbreviations, dedications page or contents page) count in assessing the number of words.</a:t>
            </a:r>
          </a:p>
          <a:p>
            <a:pPr eaLnBrk="1" hangingPunct="1"/>
            <a:r>
              <a:rPr lang="en-GB" altLang="en-US" sz="2000"/>
              <a:t>OSCOLA: </a:t>
            </a:r>
            <a:r>
              <a:rPr lang="en-GB" altLang="en-US" sz="2000">
                <a:hlinkClick r:id="rId2"/>
              </a:rPr>
              <a:t>here</a:t>
            </a:r>
            <a:endParaRPr lang="en-GB" altLang="en-US" sz="2000"/>
          </a:p>
        </p:txBody>
      </p:sp>
    </p:spTree>
    <p:extLst>
      <p:ext uri="{BB962C8B-B14F-4D97-AF65-F5344CB8AC3E}">
        <p14:creationId xmlns:p14="http://schemas.microsoft.com/office/powerpoint/2010/main" val="1779193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425" name="Rectangle 164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26" name="Rectangle 1642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27" name="Rectangle 164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28" name="Rectangle 1642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29" name="Freeform: Shape 1642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424" name="Rectangle 1642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22CD44C-A791-4710-BFCD-7974A91AA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>
              <a:defRPr/>
            </a:pPr>
            <a:r>
              <a:rPr lang="en-GB" altLang="en-US" sz="4000">
                <a:solidFill>
                  <a:srgbClr val="FFFFFF"/>
                </a:solidFill>
                <a:ea typeface="+mj-ea"/>
              </a:rPr>
              <a:t>Some useful books: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8A736ED-995F-E941-9DB7-1ED1A8B1F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altLang="en-US" sz="2000"/>
              <a:t>B Garner, </a:t>
            </a:r>
            <a:r>
              <a:rPr lang="en-GB" altLang="en-US" sz="2000" i="1"/>
              <a:t>The Elements of Legal Style </a:t>
            </a:r>
            <a:r>
              <a:rPr lang="en-GB" altLang="en-US" sz="2000"/>
              <a:t>(2</a:t>
            </a:r>
            <a:r>
              <a:rPr lang="en-GB" altLang="en-US" sz="2000" baseline="30000"/>
              <a:t>nd</a:t>
            </a:r>
            <a:r>
              <a:rPr lang="en-GB" altLang="en-US" sz="2000"/>
              <a:t> edn 2002) </a:t>
            </a:r>
            <a:r>
              <a:rPr lang="en-GB" altLang="en-US" sz="2000">
                <a:hlinkClick r:id="rId2"/>
              </a:rPr>
              <a:t>here</a:t>
            </a:r>
            <a:endParaRPr lang="en-GB" altLang="en-US" sz="2000"/>
          </a:p>
          <a:p>
            <a:pPr eaLnBrk="1" hangingPunct="1"/>
            <a:r>
              <a:rPr lang="en-GB" altLang="en-US" sz="2000"/>
              <a:t>B Garner, </a:t>
            </a:r>
            <a:r>
              <a:rPr lang="en-GB" altLang="en-US" sz="2000" i="1"/>
              <a:t>A Dictionary of Modern English Usage</a:t>
            </a:r>
            <a:r>
              <a:rPr lang="en-GB" altLang="en-US" sz="2000"/>
              <a:t> (2</a:t>
            </a:r>
            <a:r>
              <a:rPr lang="en-GB" altLang="en-US" sz="2000" baseline="30000"/>
              <a:t>nd</a:t>
            </a:r>
            <a:r>
              <a:rPr lang="en-GB" altLang="en-US" sz="2000"/>
              <a:t> edn 1995) </a:t>
            </a:r>
            <a:r>
              <a:rPr lang="en-GB" altLang="en-US" sz="2000">
                <a:hlinkClick r:id="rId3"/>
              </a:rPr>
              <a:t>here</a:t>
            </a:r>
            <a:endParaRPr lang="en-GB" altLang="en-US" sz="2000"/>
          </a:p>
          <a:p>
            <a:pPr eaLnBrk="1" hangingPunct="1"/>
            <a:r>
              <a:rPr lang="en-GB" altLang="en-US" sz="2000" i="1"/>
              <a:t>Black’s Law Dictionary</a:t>
            </a:r>
            <a:r>
              <a:rPr lang="en-GB" altLang="en-US" sz="2000"/>
              <a:t> (10</a:t>
            </a:r>
            <a:r>
              <a:rPr lang="en-GB" altLang="en-US" sz="2000" baseline="30000"/>
              <a:t>th</a:t>
            </a:r>
            <a:r>
              <a:rPr lang="en-GB" altLang="en-US" sz="2000"/>
              <a:t> edn 2014) </a:t>
            </a:r>
            <a:r>
              <a:rPr lang="en-GB" altLang="en-US" sz="2000">
                <a:hlinkClick r:id="rId4"/>
              </a:rPr>
              <a:t>here</a:t>
            </a:r>
            <a:endParaRPr lang="en-GB" altLang="en-US" sz="2000"/>
          </a:p>
          <a:p>
            <a:pPr eaLnBrk="1" hangingPunct="1"/>
            <a:r>
              <a:rPr lang="en-GB" altLang="en-US" sz="2000"/>
              <a:t>W W McBryde, “The Citation of Cases in Court” in H L MacQueen (ed) </a:t>
            </a:r>
            <a:r>
              <a:rPr lang="en-US" altLang="en-US" sz="2000" i="1"/>
              <a:t>Scots law into the 21st century: essays in honour of W.A. Wilson </a:t>
            </a:r>
            <a:r>
              <a:rPr lang="en-GB" altLang="en-US" sz="2000"/>
              <a:t>(1996) 170-181 </a:t>
            </a:r>
            <a:r>
              <a:rPr lang="en-GB" altLang="en-US" sz="2000">
                <a:hlinkClick r:id="rId5"/>
              </a:rPr>
              <a:t>here</a:t>
            </a:r>
            <a:endParaRPr lang="en-GB" altLang="en-US" sz="2000"/>
          </a:p>
          <a:p>
            <a:pPr eaLnBrk="1" hangingPunct="1"/>
            <a:endParaRPr lang="en-GB" altLang="en-US" sz="2000"/>
          </a:p>
        </p:txBody>
      </p:sp>
      <p:pic>
        <p:nvPicPr>
          <p:cNvPr id="16405" name="Graphic 16404" descr="Books">
            <a:extLst>
              <a:ext uri="{FF2B5EF4-FFF2-40B4-BE49-F238E27FC236}">
                <a16:creationId xmlns:a16="http://schemas.microsoft.com/office/drawing/2014/main" id="{2C326C9E-7F62-17F6-CD02-B8414E1436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01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428" name="Rectangle 1642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30" name="Rectangle 1642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32" name="Rectangle 1643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34" name="Rectangle 1643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36" name="Freeform: Shape 1643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438" name="Rectangle 1643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22CD44C-A791-4710-BFCD-7974A91AA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>
              <a:defRPr/>
            </a:pPr>
            <a:r>
              <a:rPr lang="en-GB" altLang="en-US" sz="4000">
                <a:solidFill>
                  <a:srgbClr val="FFFFFF"/>
                </a:solidFill>
                <a:ea typeface="+mj-ea"/>
              </a:rPr>
              <a:t>Some useful Moodle resources: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8A736ED-995F-E941-9DB7-1ED1A8B1F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altLang="en-US" sz="1700">
                <a:hlinkClick r:id="rId2"/>
              </a:rPr>
              <a:t>https://moodle.gla.ac.uk/course/index.php?categoryid=2607</a:t>
            </a:r>
            <a:endParaRPr lang="en-GB" altLang="en-US" sz="1700"/>
          </a:p>
          <a:p>
            <a:pPr marL="0" indent="0">
              <a:buNone/>
            </a:pPr>
            <a:r>
              <a:rPr lang="en-GB" altLang="en-US" sz="1700"/>
              <a:t>International Student Study and Writing Community</a:t>
            </a:r>
          </a:p>
          <a:p>
            <a:pPr marL="0" indent="0">
              <a:buNone/>
            </a:pPr>
            <a:r>
              <a:rPr lang="en-GB" altLang="en-US" sz="1700"/>
              <a:t> </a:t>
            </a:r>
            <a:r>
              <a:rPr lang="en-GB" altLang="en-US" sz="1700">
                <a:hlinkClick r:id="rId3"/>
              </a:rPr>
              <a:t>https://moodle.gla.ac.uk/course/index.php?categoryid=90</a:t>
            </a:r>
            <a:endParaRPr lang="en-GB" altLang="en-US" sz="1700"/>
          </a:p>
          <a:p>
            <a:pPr marL="0" indent="0">
              <a:buNone/>
            </a:pPr>
            <a:r>
              <a:rPr lang="en-GB" altLang="en-US" sz="1700"/>
              <a:t>Advanced Criticality Classes</a:t>
            </a:r>
          </a:p>
          <a:p>
            <a:pPr marL="0" indent="0">
              <a:buNone/>
            </a:pPr>
            <a:r>
              <a:rPr lang="en-GB" altLang="en-US" sz="1700"/>
              <a:t> </a:t>
            </a:r>
            <a:r>
              <a:rPr lang="en-GB" altLang="en-US" sz="1700">
                <a:hlinkClick r:id="rId4"/>
              </a:rPr>
              <a:t>https://moodle.gla.ac.uk/course/view.php?id=10313</a:t>
            </a:r>
            <a:endParaRPr lang="en-GB" altLang="en-US" sz="1700"/>
          </a:p>
          <a:p>
            <a:pPr marL="0" indent="0">
              <a:buNone/>
            </a:pPr>
            <a:r>
              <a:rPr lang="en-GB" altLang="en-US" sz="1700"/>
              <a:t>PGT Dissertation Development and Writing Classes</a:t>
            </a:r>
          </a:p>
          <a:p>
            <a:pPr marL="0" indent="0">
              <a:buNone/>
            </a:pPr>
            <a:r>
              <a:rPr lang="en-GB" altLang="en-US" sz="1700"/>
              <a:t> </a:t>
            </a:r>
            <a:r>
              <a:rPr lang="en-GB" altLang="en-US" sz="1700">
                <a:hlinkClick r:id="rId5"/>
              </a:rPr>
              <a:t>https://www.gla.ac.uk/myglasgow/sld/about/team/college/socialsciences/</a:t>
            </a:r>
            <a:endParaRPr lang="en-GB" altLang="en-US" sz="1700"/>
          </a:p>
          <a:p>
            <a:pPr marL="0" indent="0">
              <a:buNone/>
            </a:pPr>
            <a:r>
              <a:rPr lang="en-GB" altLang="en-US" sz="1700"/>
              <a:t>General advice</a:t>
            </a:r>
          </a:p>
          <a:p>
            <a:pPr marL="0" indent="0">
              <a:buNone/>
            </a:pPr>
            <a:r>
              <a:rPr lang="en-GB" altLang="en-US" sz="1700"/>
              <a:t> </a:t>
            </a:r>
          </a:p>
          <a:p>
            <a:pPr marL="0" indent="0">
              <a:buNone/>
            </a:pPr>
            <a:r>
              <a:rPr lang="en-GB" altLang="en-US" sz="1700"/>
              <a:t> </a:t>
            </a:r>
          </a:p>
        </p:txBody>
      </p:sp>
      <p:pic>
        <p:nvPicPr>
          <p:cNvPr id="16391" name="Graphic 16390" descr="Education">
            <a:extLst>
              <a:ext uri="{FF2B5EF4-FFF2-40B4-BE49-F238E27FC236}">
                <a16:creationId xmlns:a16="http://schemas.microsoft.com/office/drawing/2014/main" id="{7B8F5EA8-30A7-25F9-E895-7486820C55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07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67" name="Rectangle 1846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69" name="Rectangle 18468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71" name="Rectangle 18470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73" name="Rectangle 18472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75" name="Freeform: Shape 18474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477" name="Rectangle 18476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D74941F-B3C5-4406-BD67-EAA2C3D8B2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algn="r">
              <a:defRPr/>
            </a:pPr>
            <a:r>
              <a:rPr lang="en-US" altLang="en-US" sz="4000">
                <a:solidFill>
                  <a:srgbClr val="FFFFFF"/>
                </a:solidFill>
              </a:rPr>
              <a:t>And finally…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2F090F5-F0F7-114B-A11C-D2B8F8EB1A5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330461" y="669363"/>
            <a:ext cx="3609364" cy="553421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2000" dirty="0"/>
              <a:t>Pick something you are interested in, and you will enjoy researching it.</a:t>
            </a:r>
          </a:p>
          <a:p>
            <a:r>
              <a:rPr lang="en-US" altLang="en-US" sz="2000" dirty="0"/>
              <a:t>You are more likely to do well then!</a:t>
            </a:r>
          </a:p>
          <a:p>
            <a:r>
              <a:rPr lang="en-US" altLang="en-US" sz="2000" dirty="0"/>
              <a:t>The best dissertation(s) will receive awards.</a:t>
            </a:r>
          </a:p>
          <a:p>
            <a:pPr marL="0"/>
            <a:endParaRPr lang="en-US" altLang="en-US" sz="2000" dirty="0"/>
          </a:p>
          <a:p>
            <a:pPr marL="0"/>
            <a:r>
              <a:rPr lang="en-US" altLang="en-US" sz="2000" i="1" dirty="0"/>
              <a:t>All the best!</a:t>
            </a:r>
          </a:p>
        </p:txBody>
      </p:sp>
      <p:pic>
        <p:nvPicPr>
          <p:cNvPr id="18437" name="Picture 8" descr="graduation">
            <a:extLst>
              <a:ext uri="{FF2B5EF4-FFF2-40B4-BE49-F238E27FC236}">
                <a16:creationId xmlns:a16="http://schemas.microsoft.com/office/drawing/2014/main" id="{74338EAB-F50F-6848-9A86-5E55B209DAC2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5" r="-3" b="-3"/>
          <a:stretch/>
        </p:blipFill>
        <p:spPr>
          <a:xfrm>
            <a:off x="8550357" y="900555"/>
            <a:ext cx="2658590" cy="2381255"/>
          </a:xfrm>
          <a:prstGeom prst="rect">
            <a:avLst/>
          </a:prstGeom>
          <a:noFill/>
        </p:spPr>
      </p:pic>
      <p:pic>
        <p:nvPicPr>
          <p:cNvPr id="18436" name="Picture 7" descr="graduation%20062">
            <a:extLst>
              <a:ext uri="{FF2B5EF4-FFF2-40B4-BE49-F238E27FC236}">
                <a16:creationId xmlns:a16="http://schemas.microsoft.com/office/drawing/2014/main" id="{31066A11-89F8-A442-B589-8753C60169A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12" b="6442"/>
          <a:stretch/>
        </p:blipFill>
        <p:spPr>
          <a:xfrm>
            <a:off x="8534668" y="3589863"/>
            <a:ext cx="2689968" cy="23952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4735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1112</Words>
  <Application>Microsoft Office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Your Masters Dissertation</vt:lpstr>
      <vt:lpstr>Welcome to the LLM Dissertation Info Session</vt:lpstr>
      <vt:lpstr>Important information</vt:lpstr>
      <vt:lpstr>Contacts</vt:lpstr>
      <vt:lpstr>The timeline  </vt:lpstr>
      <vt:lpstr>Choice of topic </vt:lpstr>
      <vt:lpstr>Dissertation Supervision &amp; Responsibilities</vt:lpstr>
      <vt:lpstr>Plagiarism and Self-Plagiarism</vt:lpstr>
      <vt:lpstr>Form of the dissertation</vt:lpstr>
      <vt:lpstr>Some useful books:</vt:lpstr>
      <vt:lpstr>Some useful Moodle resources:</vt:lpstr>
      <vt:lpstr>And finally…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Masters Dissertation</dc:title>
  <dc:creator>Anni Pues</dc:creator>
  <cp:lastModifiedBy>Mohamad Janaby</cp:lastModifiedBy>
  <cp:revision>13</cp:revision>
  <dcterms:created xsi:type="dcterms:W3CDTF">2022-12-02T10:46:30Z</dcterms:created>
  <dcterms:modified xsi:type="dcterms:W3CDTF">2025-11-13T08:56:56Z</dcterms:modified>
</cp:coreProperties>
</file>