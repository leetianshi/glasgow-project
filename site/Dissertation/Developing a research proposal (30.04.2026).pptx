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91" r:id="rId2"/>
    <p:sldId id="424" r:id="rId3"/>
    <p:sldId id="423" r:id="rId4"/>
    <p:sldId id="435" r:id="rId5"/>
    <p:sldId id="433" r:id="rId6"/>
    <p:sldId id="434" r:id="rId7"/>
    <p:sldId id="443" r:id="rId8"/>
    <p:sldId id="444" r:id="rId9"/>
    <p:sldId id="445" r:id="rId10"/>
    <p:sldId id="446" r:id="rId11"/>
    <p:sldId id="447" r:id="rId12"/>
    <p:sldId id="448" r:id="rId13"/>
    <p:sldId id="436" r:id="rId14"/>
    <p:sldId id="438" r:id="rId15"/>
    <p:sldId id="439" r:id="rId16"/>
    <p:sldId id="437" r:id="rId17"/>
    <p:sldId id="440" r:id="rId18"/>
    <p:sldId id="441" r:id="rId19"/>
    <p:sldId id="442" r:id="rId20"/>
    <p:sldId id="449" r:id="rId21"/>
    <p:sldId id="297" r:id="rId22"/>
    <p:sldId id="450" r:id="rId23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3261"/>
    <a:srgbClr val="B88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E83C99-0C25-B84B-98EF-56C3D47F098C}" v="71" dt="2026-04-30T12:44:41.1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038"/>
    <p:restoredTop sz="94752"/>
  </p:normalViewPr>
  <p:slideViewPr>
    <p:cSldViewPr snapToGrid="0">
      <p:cViewPr varScale="1">
        <p:scale>
          <a:sx n="98" d="100"/>
          <a:sy n="98" d="100"/>
        </p:scale>
        <p:origin x="20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Solana" userId="1494786c-b274-4026-9aa2-895d350f4d3c" providerId="ADAL" clId="{5F09BD95-609E-5E24-B1FE-6E1D65DEBAA4}"/>
    <pc:docChg chg="undo redo custSel addSld delSld modSld sldOrd delMainMaster">
      <pc:chgData name="Javier Solana" userId="1494786c-b274-4026-9aa2-895d350f4d3c" providerId="ADAL" clId="{5F09BD95-609E-5E24-B1FE-6E1D65DEBAA4}" dt="2026-04-30T12:59:23.244" v="6382" actId="20577"/>
      <pc:docMkLst>
        <pc:docMk/>
      </pc:docMkLst>
      <pc:sldChg chg="del">
        <pc:chgData name="Javier Solana" userId="1494786c-b274-4026-9aa2-895d350f4d3c" providerId="ADAL" clId="{5F09BD95-609E-5E24-B1FE-6E1D65DEBAA4}" dt="2026-04-29T15:57:03.679" v="4697" actId="2696"/>
        <pc:sldMkLst>
          <pc:docMk/>
          <pc:sldMk cId="1785741418" sldId="256"/>
        </pc:sldMkLst>
      </pc:sldChg>
      <pc:sldChg chg="modSp del mod ord">
        <pc:chgData name="Javier Solana" userId="1494786c-b274-4026-9aa2-895d350f4d3c" providerId="ADAL" clId="{5F09BD95-609E-5E24-B1FE-6E1D65DEBAA4}" dt="2026-04-30T10:56:32.228" v="4844" actId="2696"/>
        <pc:sldMkLst>
          <pc:docMk/>
          <pc:sldMk cId="3680267786" sldId="257"/>
        </pc:sldMkLst>
        <pc:spChg chg="mod">
          <ac:chgData name="Javier Solana" userId="1494786c-b274-4026-9aa2-895d350f4d3c" providerId="ADAL" clId="{5F09BD95-609E-5E24-B1FE-6E1D65DEBAA4}" dt="2026-04-29T15:11:23.368" v="2233" actId="20577"/>
          <ac:spMkLst>
            <pc:docMk/>
            <pc:sldMk cId="3680267786" sldId="257"/>
            <ac:spMk id="2" creationId="{A21EB9B1-3E12-A7BC-D86B-4276EA75B570}"/>
          </ac:spMkLst>
        </pc:spChg>
        <pc:spChg chg="mod">
          <ac:chgData name="Javier Solana" userId="1494786c-b274-4026-9aa2-895d350f4d3c" providerId="ADAL" clId="{5F09BD95-609E-5E24-B1FE-6E1D65DEBAA4}" dt="2026-04-30T10:54:41.267" v="4783" actId="313"/>
          <ac:spMkLst>
            <pc:docMk/>
            <pc:sldMk cId="3680267786" sldId="257"/>
            <ac:spMk id="3" creationId="{D73941E5-EE12-CCEC-6C03-8C2FCCC98EA0}"/>
          </ac:spMkLst>
        </pc:spChg>
      </pc:sldChg>
      <pc:sldChg chg="del">
        <pc:chgData name="Javier Solana" userId="1494786c-b274-4026-9aa2-895d350f4d3c" providerId="ADAL" clId="{5F09BD95-609E-5E24-B1FE-6E1D65DEBAA4}" dt="2026-04-29T14:59:11.440" v="1219" actId="2696"/>
        <pc:sldMkLst>
          <pc:docMk/>
          <pc:sldMk cId="1154370700" sldId="258"/>
        </pc:sldMkLst>
      </pc:sldChg>
      <pc:sldChg chg="modSp del mod ord">
        <pc:chgData name="Javier Solana" userId="1494786c-b274-4026-9aa2-895d350f4d3c" providerId="ADAL" clId="{5F09BD95-609E-5E24-B1FE-6E1D65DEBAA4}" dt="2026-04-29T15:53:59.894" v="4547" actId="2696"/>
        <pc:sldMkLst>
          <pc:docMk/>
          <pc:sldMk cId="3603946435" sldId="259"/>
        </pc:sldMkLst>
        <pc:spChg chg="mod">
          <ac:chgData name="Javier Solana" userId="1494786c-b274-4026-9aa2-895d350f4d3c" providerId="ADAL" clId="{5F09BD95-609E-5E24-B1FE-6E1D65DEBAA4}" dt="2026-04-29T15:53:05.577" v="4538" actId="108"/>
          <ac:spMkLst>
            <pc:docMk/>
            <pc:sldMk cId="3603946435" sldId="259"/>
            <ac:spMk id="3" creationId="{94CCB758-4D5A-BBC8-8BB0-03E90FF4A4A9}"/>
          </ac:spMkLst>
        </pc:spChg>
      </pc:sldChg>
      <pc:sldChg chg="modSp add del mod setBg">
        <pc:chgData name="Javier Solana" userId="1494786c-b274-4026-9aa2-895d350f4d3c" providerId="ADAL" clId="{5F09BD95-609E-5E24-B1FE-6E1D65DEBAA4}" dt="2026-04-29T14:47:49.293" v="75" actId="20577"/>
        <pc:sldMkLst>
          <pc:docMk/>
          <pc:sldMk cId="1954091645" sldId="291"/>
        </pc:sldMkLst>
        <pc:spChg chg="mod">
          <ac:chgData name="Javier Solana" userId="1494786c-b274-4026-9aa2-895d350f4d3c" providerId="ADAL" clId="{5F09BD95-609E-5E24-B1FE-6E1D65DEBAA4}" dt="2026-04-29T14:47:33.467" v="35" actId="20577"/>
          <ac:spMkLst>
            <pc:docMk/>
            <pc:sldMk cId="1954091645" sldId="291"/>
            <ac:spMk id="2" creationId="{00000000-0000-0000-0000-000000000000}"/>
          </ac:spMkLst>
        </pc:spChg>
        <pc:spChg chg="mod">
          <ac:chgData name="Javier Solana" userId="1494786c-b274-4026-9aa2-895d350f4d3c" providerId="ADAL" clId="{5F09BD95-609E-5E24-B1FE-6E1D65DEBAA4}" dt="2026-04-29T14:47:49.293" v="75" actId="20577"/>
          <ac:spMkLst>
            <pc:docMk/>
            <pc:sldMk cId="1954091645" sldId="291"/>
            <ac:spMk id="5" creationId="{88E713FE-A320-4541-8AE7-4C3BD6025732}"/>
          </ac:spMkLst>
        </pc:spChg>
      </pc:sldChg>
      <pc:sldChg chg="addSp delSp modSp add del mod setBg">
        <pc:chgData name="Javier Solana" userId="1494786c-b274-4026-9aa2-895d350f4d3c" providerId="ADAL" clId="{5F09BD95-609E-5E24-B1FE-6E1D65DEBAA4}" dt="2026-04-30T12:44:49.153" v="6354" actId="207"/>
        <pc:sldMkLst>
          <pc:docMk/>
          <pc:sldMk cId="3534174640" sldId="297"/>
        </pc:sldMkLst>
        <pc:spChg chg="del">
          <ac:chgData name="Javier Solana" userId="1494786c-b274-4026-9aa2-895d350f4d3c" providerId="ADAL" clId="{5F09BD95-609E-5E24-B1FE-6E1D65DEBAA4}" dt="2026-04-30T12:44:22.073" v="6350" actId="478"/>
          <ac:spMkLst>
            <pc:docMk/>
            <pc:sldMk cId="3534174640" sldId="297"/>
            <ac:spMk id="2" creationId="{00000000-0000-0000-0000-000000000000}"/>
          </ac:spMkLst>
        </pc:spChg>
        <pc:spChg chg="mod">
          <ac:chgData name="Javier Solana" userId="1494786c-b274-4026-9aa2-895d350f4d3c" providerId="ADAL" clId="{5F09BD95-609E-5E24-B1FE-6E1D65DEBAA4}" dt="2026-04-30T12:44:49.153" v="6354" actId="207"/>
          <ac:spMkLst>
            <pc:docMk/>
            <pc:sldMk cId="3534174640" sldId="297"/>
            <ac:spMk id="3" creationId="{00000000-0000-0000-0000-000000000000}"/>
          </ac:spMkLst>
        </pc:spChg>
        <pc:spChg chg="mod">
          <ac:chgData name="Javier Solana" userId="1494786c-b274-4026-9aa2-895d350f4d3c" providerId="ADAL" clId="{5F09BD95-609E-5E24-B1FE-6E1D65DEBAA4}" dt="2026-04-30T12:44:34.290" v="6352" actId="207"/>
          <ac:spMkLst>
            <pc:docMk/>
            <pc:sldMk cId="3534174640" sldId="297"/>
            <ac:spMk id="4" creationId="{A18BBDBB-5BDE-BD45-8EB0-B72B867AC0E2}"/>
          </ac:spMkLst>
        </pc:spChg>
        <pc:spChg chg="add del mod">
          <ac:chgData name="Javier Solana" userId="1494786c-b274-4026-9aa2-895d350f4d3c" providerId="ADAL" clId="{5F09BD95-609E-5E24-B1FE-6E1D65DEBAA4}" dt="2026-04-30T12:44:24.130" v="6351" actId="478"/>
          <ac:spMkLst>
            <pc:docMk/>
            <pc:sldMk cId="3534174640" sldId="297"/>
            <ac:spMk id="6" creationId="{F90D62E2-3A02-36EF-8E23-DE21A270E8D2}"/>
          </ac:spMkLst>
        </pc:spChg>
      </pc:sldChg>
      <pc:sldChg chg="modSp add del mod setBg">
        <pc:chgData name="Javier Solana" userId="1494786c-b274-4026-9aa2-895d350f4d3c" providerId="ADAL" clId="{5F09BD95-609E-5E24-B1FE-6E1D65DEBAA4}" dt="2026-04-29T15:54:38.436" v="4579" actId="14100"/>
        <pc:sldMkLst>
          <pc:docMk/>
          <pc:sldMk cId="1501744593" sldId="423"/>
        </pc:sldMkLst>
        <pc:spChg chg="mod">
          <ac:chgData name="Javier Solana" userId="1494786c-b274-4026-9aa2-895d350f4d3c" providerId="ADAL" clId="{5F09BD95-609E-5E24-B1FE-6E1D65DEBAA4}" dt="2026-04-29T15:52:25.782" v="4530" actId="20577"/>
          <ac:spMkLst>
            <pc:docMk/>
            <pc:sldMk cId="1501744593" sldId="423"/>
            <ac:spMk id="2" creationId="{EC961319-192A-0F96-5B88-8C1C905458E5}"/>
          </ac:spMkLst>
        </pc:spChg>
        <pc:spChg chg="mod">
          <ac:chgData name="Javier Solana" userId="1494786c-b274-4026-9aa2-895d350f4d3c" providerId="ADAL" clId="{5F09BD95-609E-5E24-B1FE-6E1D65DEBAA4}" dt="2026-04-29T15:54:38.436" v="4579" actId="14100"/>
          <ac:spMkLst>
            <pc:docMk/>
            <pc:sldMk cId="1501744593" sldId="423"/>
            <ac:spMk id="8" creationId="{834E68F4-1F41-DD6F-965D-8C86244B478A}"/>
          </ac:spMkLst>
        </pc:spChg>
        <pc:spChg chg="mod">
          <ac:chgData name="Javier Solana" userId="1494786c-b274-4026-9aa2-895d350f4d3c" providerId="ADAL" clId="{5F09BD95-609E-5E24-B1FE-6E1D65DEBAA4}" dt="2026-04-29T15:53:52.675" v="4546" actId="179"/>
          <ac:spMkLst>
            <pc:docMk/>
            <pc:sldMk cId="1501744593" sldId="423"/>
            <ac:spMk id="10" creationId="{0E77131E-7CB7-FD42-BD2E-C24C8AE38D2C}"/>
          </ac:spMkLst>
        </pc:spChg>
      </pc:sldChg>
      <pc:sldChg chg="addSp modSp add del mod setBg">
        <pc:chgData name="Javier Solana" userId="1494786c-b274-4026-9aa2-895d350f4d3c" providerId="ADAL" clId="{5F09BD95-609E-5E24-B1FE-6E1D65DEBAA4}" dt="2026-04-29T15:52:15.363" v="4526" actId="20577"/>
        <pc:sldMkLst>
          <pc:docMk/>
          <pc:sldMk cId="2759907578" sldId="424"/>
        </pc:sldMkLst>
        <pc:graphicFrameChg chg="add mod modGraphic">
          <ac:chgData name="Javier Solana" userId="1494786c-b274-4026-9aa2-895d350f4d3c" providerId="ADAL" clId="{5F09BD95-609E-5E24-B1FE-6E1D65DEBAA4}" dt="2026-04-29T15:51:31.774" v="4485" actId="1076"/>
          <ac:graphicFrameMkLst>
            <pc:docMk/>
            <pc:sldMk cId="2759907578" sldId="424"/>
            <ac:graphicFrameMk id="7" creationId="{CF076BF7-47EF-90C9-9E7F-7B37D26D42B1}"/>
          </ac:graphicFrameMkLst>
        </pc:graphicFrameChg>
        <pc:graphicFrameChg chg="add mod modGraphic">
          <ac:chgData name="Javier Solana" userId="1494786c-b274-4026-9aa2-895d350f4d3c" providerId="ADAL" clId="{5F09BD95-609E-5E24-B1FE-6E1D65DEBAA4}" dt="2026-04-29T15:51:42.777" v="4493" actId="20577"/>
          <ac:graphicFrameMkLst>
            <pc:docMk/>
            <pc:sldMk cId="2759907578" sldId="424"/>
            <ac:graphicFrameMk id="8" creationId="{8F7F3080-50CF-29AB-7A66-1AEB2DE627F0}"/>
          </ac:graphicFrameMkLst>
        </pc:graphicFrameChg>
        <pc:graphicFrameChg chg="add mod modGraphic">
          <ac:chgData name="Javier Solana" userId="1494786c-b274-4026-9aa2-895d350f4d3c" providerId="ADAL" clId="{5F09BD95-609E-5E24-B1FE-6E1D65DEBAA4}" dt="2026-04-29T15:51:58.284" v="4517" actId="20577"/>
          <ac:graphicFrameMkLst>
            <pc:docMk/>
            <pc:sldMk cId="2759907578" sldId="424"/>
            <ac:graphicFrameMk id="9" creationId="{45B1B685-B2DB-5E98-757C-8726C42F9EC0}"/>
          </ac:graphicFrameMkLst>
        </pc:graphicFrameChg>
        <pc:graphicFrameChg chg="mod modGraphic">
          <ac:chgData name="Javier Solana" userId="1494786c-b274-4026-9aa2-895d350f4d3c" providerId="ADAL" clId="{5F09BD95-609E-5E24-B1FE-6E1D65DEBAA4}" dt="2026-04-29T15:51:19.858" v="4484" actId="1076"/>
          <ac:graphicFrameMkLst>
            <pc:docMk/>
            <pc:sldMk cId="2759907578" sldId="424"/>
            <ac:graphicFrameMk id="10" creationId="{319B0F99-9EC5-6CDF-BEF5-D8CC4DD5084B}"/>
          </ac:graphicFrameMkLst>
        </pc:graphicFrameChg>
        <pc:graphicFrameChg chg="mod modGraphic">
          <ac:chgData name="Javier Solana" userId="1494786c-b274-4026-9aa2-895d350f4d3c" providerId="ADAL" clId="{5F09BD95-609E-5E24-B1FE-6E1D65DEBAA4}" dt="2026-04-29T15:51:19.858" v="4484" actId="1076"/>
          <ac:graphicFrameMkLst>
            <pc:docMk/>
            <pc:sldMk cId="2759907578" sldId="424"/>
            <ac:graphicFrameMk id="11" creationId="{735B78AB-197C-7140-AC63-BDD9CB159E63}"/>
          </ac:graphicFrameMkLst>
        </pc:graphicFrameChg>
        <pc:graphicFrameChg chg="add mod modGraphic">
          <ac:chgData name="Javier Solana" userId="1494786c-b274-4026-9aa2-895d350f4d3c" providerId="ADAL" clId="{5F09BD95-609E-5E24-B1FE-6E1D65DEBAA4}" dt="2026-04-29T15:52:15.363" v="4526" actId="20577"/>
          <ac:graphicFrameMkLst>
            <pc:docMk/>
            <pc:sldMk cId="2759907578" sldId="424"/>
            <ac:graphicFrameMk id="12" creationId="{2F8AA447-4693-34A2-43C0-423853B6051B}"/>
          </ac:graphicFrameMkLst>
        </pc:graphicFrameChg>
        <pc:picChg chg="add mod">
          <ac:chgData name="Javier Solana" userId="1494786c-b274-4026-9aa2-895d350f4d3c" providerId="ADAL" clId="{5F09BD95-609E-5E24-B1FE-6E1D65DEBAA4}" dt="2026-04-29T15:46:08.890" v="4238"/>
          <ac:picMkLst>
            <pc:docMk/>
            <pc:sldMk cId="2759907578" sldId="424"/>
            <ac:picMk id="6" creationId="{A5BBD175-AC0A-6A2A-A0DE-73E5FCB58A49}"/>
          </ac:picMkLst>
        </pc:picChg>
      </pc:sldChg>
      <pc:sldChg chg="modSp new del mod">
        <pc:chgData name="Javier Solana" userId="1494786c-b274-4026-9aa2-895d350f4d3c" providerId="ADAL" clId="{5F09BD95-609E-5E24-B1FE-6E1D65DEBAA4}" dt="2026-04-30T11:20:07.875" v="6104" actId="2696"/>
        <pc:sldMkLst>
          <pc:docMk/>
          <pc:sldMk cId="553393911" sldId="425"/>
        </pc:sldMkLst>
        <pc:spChg chg="mod">
          <ac:chgData name="Javier Solana" userId="1494786c-b274-4026-9aa2-895d350f4d3c" providerId="ADAL" clId="{5F09BD95-609E-5E24-B1FE-6E1D65DEBAA4}" dt="2026-04-29T14:48:29.532" v="159" actId="20577"/>
          <ac:spMkLst>
            <pc:docMk/>
            <pc:sldMk cId="553393911" sldId="425"/>
            <ac:spMk id="2" creationId="{1B699213-BB82-0B1B-3AE2-E42F1DD98968}"/>
          </ac:spMkLst>
        </pc:spChg>
        <pc:spChg chg="mod">
          <ac:chgData name="Javier Solana" userId="1494786c-b274-4026-9aa2-895d350f4d3c" providerId="ADAL" clId="{5F09BD95-609E-5E24-B1FE-6E1D65DEBAA4}" dt="2026-04-29T15:47:30.759" v="4286" actId="20577"/>
          <ac:spMkLst>
            <pc:docMk/>
            <pc:sldMk cId="553393911" sldId="425"/>
            <ac:spMk id="3" creationId="{A35C7A31-5BC5-67EA-E13F-C2BB850032D1}"/>
          </ac:spMkLst>
        </pc:spChg>
      </pc:sldChg>
      <pc:sldChg chg="modSp add del mod">
        <pc:chgData name="Javier Solana" userId="1494786c-b274-4026-9aa2-895d350f4d3c" providerId="ADAL" clId="{5F09BD95-609E-5E24-B1FE-6E1D65DEBAA4}" dt="2026-04-30T11:32:34.760" v="6302" actId="2696"/>
        <pc:sldMkLst>
          <pc:docMk/>
          <pc:sldMk cId="3734947745" sldId="426"/>
        </pc:sldMkLst>
        <pc:spChg chg="mod">
          <ac:chgData name="Javier Solana" userId="1494786c-b274-4026-9aa2-895d350f4d3c" providerId="ADAL" clId="{5F09BD95-609E-5E24-B1FE-6E1D65DEBAA4}" dt="2026-04-29T14:48:39.866" v="182" actId="20577"/>
          <ac:spMkLst>
            <pc:docMk/>
            <pc:sldMk cId="3734947745" sldId="426"/>
            <ac:spMk id="2" creationId="{35E86674-490B-422F-3CAB-DAF9F31141BF}"/>
          </ac:spMkLst>
        </pc:spChg>
        <pc:spChg chg="mod">
          <ac:chgData name="Javier Solana" userId="1494786c-b274-4026-9aa2-895d350f4d3c" providerId="ADAL" clId="{5F09BD95-609E-5E24-B1FE-6E1D65DEBAA4}" dt="2026-04-29T15:04:56.614" v="2169" actId="20577"/>
          <ac:spMkLst>
            <pc:docMk/>
            <pc:sldMk cId="3734947745" sldId="426"/>
            <ac:spMk id="3" creationId="{6E5B4E89-2308-62F5-62AD-3F760C976A6B}"/>
          </ac:spMkLst>
        </pc:spChg>
      </pc:sldChg>
      <pc:sldChg chg="modSp new del mod">
        <pc:chgData name="Javier Solana" userId="1494786c-b274-4026-9aa2-895d350f4d3c" providerId="ADAL" clId="{5F09BD95-609E-5E24-B1FE-6E1D65DEBAA4}" dt="2026-04-30T12:44:05.673" v="6343" actId="2696"/>
        <pc:sldMkLst>
          <pc:docMk/>
          <pc:sldMk cId="3640117992" sldId="427"/>
        </pc:sldMkLst>
        <pc:spChg chg="mod">
          <ac:chgData name="Javier Solana" userId="1494786c-b274-4026-9aa2-895d350f4d3c" providerId="ADAL" clId="{5F09BD95-609E-5E24-B1FE-6E1D65DEBAA4}" dt="2026-04-29T14:59:42.622" v="1297" actId="20577"/>
          <ac:spMkLst>
            <pc:docMk/>
            <pc:sldMk cId="3640117992" sldId="427"/>
            <ac:spMk id="2" creationId="{A3058D22-DC63-FE05-779A-9E2C3B5364F3}"/>
          </ac:spMkLst>
        </pc:spChg>
      </pc:sldChg>
      <pc:sldChg chg="modSp new del mod ord">
        <pc:chgData name="Javier Solana" userId="1494786c-b274-4026-9aa2-895d350f4d3c" providerId="ADAL" clId="{5F09BD95-609E-5E24-B1FE-6E1D65DEBAA4}" dt="2026-04-30T11:20:22.645" v="6106" actId="2696"/>
        <pc:sldMkLst>
          <pc:docMk/>
          <pc:sldMk cId="1072109709" sldId="428"/>
        </pc:sldMkLst>
        <pc:spChg chg="mod">
          <ac:chgData name="Javier Solana" userId="1494786c-b274-4026-9aa2-895d350f4d3c" providerId="ADAL" clId="{5F09BD95-609E-5E24-B1FE-6E1D65DEBAA4}" dt="2026-04-29T15:15:39.703" v="2443" actId="20577"/>
          <ac:spMkLst>
            <pc:docMk/>
            <pc:sldMk cId="1072109709" sldId="428"/>
            <ac:spMk id="2" creationId="{7D3BE0BA-C56B-6219-A6B9-D05428C2B1A5}"/>
          </ac:spMkLst>
        </pc:spChg>
        <pc:spChg chg="mod">
          <ac:chgData name="Javier Solana" userId="1494786c-b274-4026-9aa2-895d350f4d3c" providerId="ADAL" clId="{5F09BD95-609E-5E24-B1FE-6E1D65DEBAA4}" dt="2026-04-29T15:38:44.391" v="4147" actId="20577"/>
          <ac:spMkLst>
            <pc:docMk/>
            <pc:sldMk cId="1072109709" sldId="428"/>
            <ac:spMk id="3" creationId="{2CB72C44-7FF6-4E17-3586-66A2E5AF141A}"/>
          </ac:spMkLst>
        </pc:spChg>
      </pc:sldChg>
      <pc:sldChg chg="modSp new del mod ord">
        <pc:chgData name="Javier Solana" userId="1494786c-b274-4026-9aa2-895d350f4d3c" providerId="ADAL" clId="{5F09BD95-609E-5E24-B1FE-6E1D65DEBAA4}" dt="2026-04-30T11:00:20.985" v="4929" actId="2696"/>
        <pc:sldMkLst>
          <pc:docMk/>
          <pc:sldMk cId="713429875" sldId="429"/>
        </pc:sldMkLst>
        <pc:spChg chg="mod">
          <ac:chgData name="Javier Solana" userId="1494786c-b274-4026-9aa2-895d350f4d3c" providerId="ADAL" clId="{5F09BD95-609E-5E24-B1FE-6E1D65DEBAA4}" dt="2026-04-29T15:11:05.348" v="2227" actId="20577"/>
          <ac:spMkLst>
            <pc:docMk/>
            <pc:sldMk cId="713429875" sldId="429"/>
            <ac:spMk id="2" creationId="{9F7F4171-53D7-0360-C213-90222D80C457}"/>
          </ac:spMkLst>
        </pc:spChg>
      </pc:sldChg>
      <pc:sldChg chg="modSp new del mod">
        <pc:chgData name="Javier Solana" userId="1494786c-b274-4026-9aa2-895d350f4d3c" providerId="ADAL" clId="{5F09BD95-609E-5E24-B1FE-6E1D65DEBAA4}" dt="2026-04-30T10:52:43.791" v="4747" actId="2696"/>
        <pc:sldMkLst>
          <pc:docMk/>
          <pc:sldMk cId="2872872590" sldId="430"/>
        </pc:sldMkLst>
        <pc:spChg chg="mod">
          <ac:chgData name="Javier Solana" userId="1494786c-b274-4026-9aa2-895d350f4d3c" providerId="ADAL" clId="{5F09BD95-609E-5E24-B1FE-6E1D65DEBAA4}" dt="2026-04-29T15:13:14.153" v="2286" actId="20577"/>
          <ac:spMkLst>
            <pc:docMk/>
            <pc:sldMk cId="2872872590" sldId="430"/>
            <ac:spMk id="2" creationId="{652D659E-59B6-8E90-0365-582B73572002}"/>
          </ac:spMkLst>
        </pc:spChg>
        <pc:spChg chg="mod">
          <ac:chgData name="Javier Solana" userId="1494786c-b274-4026-9aa2-895d350f4d3c" providerId="ADAL" clId="{5F09BD95-609E-5E24-B1FE-6E1D65DEBAA4}" dt="2026-04-30T10:52:02.267" v="4740" actId="27636"/>
          <ac:spMkLst>
            <pc:docMk/>
            <pc:sldMk cId="2872872590" sldId="430"/>
            <ac:spMk id="3" creationId="{49838895-B69F-9726-39E5-21F540A8703C}"/>
          </ac:spMkLst>
        </pc:spChg>
      </pc:sldChg>
      <pc:sldChg chg="modSp add del mod">
        <pc:chgData name="Javier Solana" userId="1494786c-b274-4026-9aa2-895d350f4d3c" providerId="ADAL" clId="{5F09BD95-609E-5E24-B1FE-6E1D65DEBAA4}" dt="2026-04-30T10:53:28.548" v="4766" actId="2696"/>
        <pc:sldMkLst>
          <pc:docMk/>
          <pc:sldMk cId="2155351301" sldId="431"/>
        </pc:sldMkLst>
        <pc:spChg chg="mod">
          <ac:chgData name="Javier Solana" userId="1494786c-b274-4026-9aa2-895d350f4d3c" providerId="ADAL" clId="{5F09BD95-609E-5E24-B1FE-6E1D65DEBAA4}" dt="2026-04-29T15:13:22.113" v="2297" actId="20577"/>
          <ac:spMkLst>
            <pc:docMk/>
            <pc:sldMk cId="2155351301" sldId="431"/>
            <ac:spMk id="2" creationId="{25E796C0-50FF-97F5-3E20-7542C191ECAC}"/>
          </ac:spMkLst>
        </pc:spChg>
        <pc:spChg chg="mod">
          <ac:chgData name="Javier Solana" userId="1494786c-b274-4026-9aa2-895d350f4d3c" providerId="ADAL" clId="{5F09BD95-609E-5E24-B1FE-6E1D65DEBAA4}" dt="2026-04-30T10:52:50.674" v="4749" actId="21"/>
          <ac:spMkLst>
            <pc:docMk/>
            <pc:sldMk cId="2155351301" sldId="431"/>
            <ac:spMk id="3" creationId="{EFB1C518-2332-0AF9-0958-478F464FD0CE}"/>
          </ac:spMkLst>
        </pc:spChg>
      </pc:sldChg>
      <pc:sldChg chg="modSp new del mod">
        <pc:chgData name="Javier Solana" userId="1494786c-b274-4026-9aa2-895d350f4d3c" providerId="ADAL" clId="{5F09BD95-609E-5E24-B1FE-6E1D65DEBAA4}" dt="2026-04-30T11:20:10.452" v="6105" actId="2696"/>
        <pc:sldMkLst>
          <pc:docMk/>
          <pc:sldMk cId="806866136" sldId="432"/>
        </pc:sldMkLst>
        <pc:spChg chg="mod">
          <ac:chgData name="Javier Solana" userId="1494786c-b274-4026-9aa2-895d350f4d3c" providerId="ADAL" clId="{5F09BD95-609E-5E24-B1FE-6E1D65DEBAA4}" dt="2026-04-29T15:26:23.821" v="3110" actId="20577"/>
          <ac:spMkLst>
            <pc:docMk/>
            <pc:sldMk cId="806866136" sldId="432"/>
            <ac:spMk id="2" creationId="{287C6953-E14C-3B5C-A68C-8CF7805FB7A5}"/>
          </ac:spMkLst>
        </pc:spChg>
        <pc:spChg chg="mod">
          <ac:chgData name="Javier Solana" userId="1494786c-b274-4026-9aa2-895d350f4d3c" providerId="ADAL" clId="{5F09BD95-609E-5E24-B1FE-6E1D65DEBAA4}" dt="2026-04-29T15:26:24.992" v="3111"/>
          <ac:spMkLst>
            <pc:docMk/>
            <pc:sldMk cId="806866136" sldId="432"/>
            <ac:spMk id="3" creationId="{7636965B-8CD8-0E30-5B99-5199C3325B4E}"/>
          </ac:spMkLst>
        </pc:spChg>
      </pc:sldChg>
      <pc:sldChg chg="add del">
        <pc:chgData name="Javier Solana" userId="1494786c-b274-4026-9aa2-895d350f4d3c" providerId="ADAL" clId="{5F09BD95-609E-5E24-B1FE-6E1D65DEBAA4}" dt="2026-04-29T15:49:32.098" v="4426" actId="2890"/>
        <pc:sldMkLst>
          <pc:docMk/>
          <pc:sldMk cId="545833715" sldId="433"/>
        </pc:sldMkLst>
      </pc:sldChg>
      <pc:sldChg chg="modSp add mod">
        <pc:chgData name="Javier Solana" userId="1494786c-b274-4026-9aa2-895d350f4d3c" providerId="ADAL" clId="{5F09BD95-609E-5E24-B1FE-6E1D65DEBAA4}" dt="2026-04-29T15:56:31.988" v="4682" actId="20577"/>
        <pc:sldMkLst>
          <pc:docMk/>
          <pc:sldMk cId="2347113871" sldId="433"/>
        </pc:sldMkLst>
        <pc:spChg chg="mod">
          <ac:chgData name="Javier Solana" userId="1494786c-b274-4026-9aa2-895d350f4d3c" providerId="ADAL" clId="{5F09BD95-609E-5E24-B1FE-6E1D65DEBAA4}" dt="2026-04-29T15:54:28.297" v="4576" actId="20577"/>
          <ac:spMkLst>
            <pc:docMk/>
            <pc:sldMk cId="2347113871" sldId="433"/>
            <ac:spMk id="2" creationId="{A1DFA252-16A2-F14D-3984-59424E7F3777}"/>
          </ac:spMkLst>
        </pc:spChg>
        <pc:spChg chg="mod">
          <ac:chgData name="Javier Solana" userId="1494786c-b274-4026-9aa2-895d350f4d3c" providerId="ADAL" clId="{5F09BD95-609E-5E24-B1FE-6E1D65DEBAA4}" dt="2026-04-29T15:54:42.204" v="4581" actId="20577"/>
          <ac:spMkLst>
            <pc:docMk/>
            <pc:sldMk cId="2347113871" sldId="433"/>
            <ac:spMk id="6" creationId="{626E554B-A715-D001-E7ED-6E3EE64354E2}"/>
          </ac:spMkLst>
        </pc:spChg>
        <pc:spChg chg="mod">
          <ac:chgData name="Javier Solana" userId="1494786c-b274-4026-9aa2-895d350f4d3c" providerId="ADAL" clId="{5F09BD95-609E-5E24-B1FE-6E1D65DEBAA4}" dt="2026-04-29T15:54:31.755" v="4577" actId="14100"/>
          <ac:spMkLst>
            <pc:docMk/>
            <pc:sldMk cId="2347113871" sldId="433"/>
            <ac:spMk id="8" creationId="{8CD51001-67E4-4D45-FE67-D5EAD5CF2B90}"/>
          </ac:spMkLst>
        </pc:spChg>
        <pc:spChg chg="mod">
          <ac:chgData name="Javier Solana" userId="1494786c-b274-4026-9aa2-895d350f4d3c" providerId="ADAL" clId="{5F09BD95-609E-5E24-B1FE-6E1D65DEBAA4}" dt="2026-04-29T15:56:31.988" v="4682" actId="20577"/>
          <ac:spMkLst>
            <pc:docMk/>
            <pc:sldMk cId="2347113871" sldId="433"/>
            <ac:spMk id="10" creationId="{ECE17BD6-F63C-E8B7-3C71-578B5113D7F1}"/>
          </ac:spMkLst>
        </pc:spChg>
      </pc:sldChg>
      <pc:sldChg chg="modSp add mod">
        <pc:chgData name="Javier Solana" userId="1494786c-b274-4026-9aa2-895d350f4d3c" providerId="ADAL" clId="{5F09BD95-609E-5E24-B1FE-6E1D65DEBAA4}" dt="2026-04-30T11:11:01.498" v="5504" actId="5793"/>
        <pc:sldMkLst>
          <pc:docMk/>
          <pc:sldMk cId="946999059" sldId="434"/>
        </pc:sldMkLst>
        <pc:spChg chg="mod">
          <ac:chgData name="Javier Solana" userId="1494786c-b274-4026-9aa2-895d350f4d3c" providerId="ADAL" clId="{5F09BD95-609E-5E24-B1FE-6E1D65DEBAA4}" dt="2026-04-29T15:56:49.629" v="4691" actId="20577"/>
          <ac:spMkLst>
            <pc:docMk/>
            <pc:sldMk cId="946999059" sldId="434"/>
            <ac:spMk id="2" creationId="{C65172A8-B93E-062A-44DC-56191CAF1A0B}"/>
          </ac:spMkLst>
        </pc:spChg>
        <pc:spChg chg="mod">
          <ac:chgData name="Javier Solana" userId="1494786c-b274-4026-9aa2-895d350f4d3c" providerId="ADAL" clId="{5F09BD95-609E-5E24-B1FE-6E1D65DEBAA4}" dt="2026-04-30T11:11:01.498" v="5504" actId="5793"/>
          <ac:spMkLst>
            <pc:docMk/>
            <pc:sldMk cId="946999059" sldId="434"/>
            <ac:spMk id="10" creationId="{284F50C7-5DC5-03E6-A44D-5442BC07553C}"/>
          </ac:spMkLst>
        </pc:spChg>
      </pc:sldChg>
      <pc:sldChg chg="modSp add mod ord">
        <pc:chgData name="Javier Solana" userId="1494786c-b274-4026-9aa2-895d350f4d3c" providerId="ADAL" clId="{5F09BD95-609E-5E24-B1FE-6E1D65DEBAA4}" dt="2026-04-29T15:57:51.242" v="4704"/>
        <pc:sldMkLst>
          <pc:docMk/>
          <pc:sldMk cId="2540934360" sldId="435"/>
        </pc:sldMkLst>
        <pc:graphicFrameChg chg="modGraphic">
          <ac:chgData name="Javier Solana" userId="1494786c-b274-4026-9aa2-895d350f4d3c" providerId="ADAL" clId="{5F09BD95-609E-5E24-B1FE-6E1D65DEBAA4}" dt="2026-04-29T15:57:35.058" v="4701"/>
          <ac:graphicFrameMkLst>
            <pc:docMk/>
            <pc:sldMk cId="2540934360" sldId="435"/>
            <ac:graphicFrameMk id="7" creationId="{E88ADD51-5815-AFFB-B289-F75FF479D51B}"/>
          </ac:graphicFrameMkLst>
        </pc:graphicFrameChg>
        <pc:graphicFrameChg chg="modGraphic">
          <ac:chgData name="Javier Solana" userId="1494786c-b274-4026-9aa2-895d350f4d3c" providerId="ADAL" clId="{5F09BD95-609E-5E24-B1FE-6E1D65DEBAA4}" dt="2026-04-29T15:57:40.868" v="4702"/>
          <ac:graphicFrameMkLst>
            <pc:docMk/>
            <pc:sldMk cId="2540934360" sldId="435"/>
            <ac:graphicFrameMk id="8" creationId="{FFF28F68-A17C-E42B-34D7-DD41C6ACCAE2}"/>
          </ac:graphicFrameMkLst>
        </pc:graphicFrameChg>
        <pc:graphicFrameChg chg="modGraphic">
          <ac:chgData name="Javier Solana" userId="1494786c-b274-4026-9aa2-895d350f4d3c" providerId="ADAL" clId="{5F09BD95-609E-5E24-B1FE-6E1D65DEBAA4}" dt="2026-04-29T15:57:46.268" v="4703"/>
          <ac:graphicFrameMkLst>
            <pc:docMk/>
            <pc:sldMk cId="2540934360" sldId="435"/>
            <ac:graphicFrameMk id="9" creationId="{0DE911ED-08FD-CEB9-1C6B-C34F618C9888}"/>
          </ac:graphicFrameMkLst>
        </pc:graphicFrameChg>
        <pc:graphicFrameChg chg="modGraphic">
          <ac:chgData name="Javier Solana" userId="1494786c-b274-4026-9aa2-895d350f4d3c" providerId="ADAL" clId="{5F09BD95-609E-5E24-B1FE-6E1D65DEBAA4}" dt="2026-04-29T15:57:30.581" v="4700"/>
          <ac:graphicFrameMkLst>
            <pc:docMk/>
            <pc:sldMk cId="2540934360" sldId="435"/>
            <ac:graphicFrameMk id="10" creationId="{741B907D-558E-DB54-D479-93C8EECD2EEB}"/>
          </ac:graphicFrameMkLst>
        </pc:graphicFrameChg>
        <pc:graphicFrameChg chg="modGraphic">
          <ac:chgData name="Javier Solana" userId="1494786c-b274-4026-9aa2-895d350f4d3c" providerId="ADAL" clId="{5F09BD95-609E-5E24-B1FE-6E1D65DEBAA4}" dt="2026-04-29T15:57:51.242" v="4704"/>
          <ac:graphicFrameMkLst>
            <pc:docMk/>
            <pc:sldMk cId="2540934360" sldId="435"/>
            <ac:graphicFrameMk id="12" creationId="{AF0C1D57-E422-91D0-D1DD-4C2766606705}"/>
          </ac:graphicFrameMkLst>
        </pc:graphicFrameChg>
      </pc:sldChg>
      <pc:sldChg chg="modSp add mod ord">
        <pc:chgData name="Javier Solana" userId="1494786c-b274-4026-9aa2-895d350f4d3c" providerId="ADAL" clId="{5F09BD95-609E-5E24-B1FE-6E1D65DEBAA4}" dt="2026-04-30T10:50:55.419" v="4711"/>
        <pc:sldMkLst>
          <pc:docMk/>
          <pc:sldMk cId="2811346923" sldId="436"/>
        </pc:sldMkLst>
        <pc:graphicFrameChg chg="modGraphic">
          <ac:chgData name="Javier Solana" userId="1494786c-b274-4026-9aa2-895d350f4d3c" providerId="ADAL" clId="{5F09BD95-609E-5E24-B1FE-6E1D65DEBAA4}" dt="2026-04-30T10:50:55.419" v="4711"/>
          <ac:graphicFrameMkLst>
            <pc:docMk/>
            <pc:sldMk cId="2811346923" sldId="436"/>
            <ac:graphicFrameMk id="7" creationId="{2665F868-B3B4-3D08-8510-D27C14AA1A6F}"/>
          </ac:graphicFrameMkLst>
        </pc:graphicFrameChg>
        <pc:graphicFrameChg chg="modGraphic">
          <ac:chgData name="Javier Solana" userId="1494786c-b274-4026-9aa2-895d350f4d3c" providerId="ADAL" clId="{5F09BD95-609E-5E24-B1FE-6E1D65DEBAA4}" dt="2026-04-30T10:50:50.734" v="4710"/>
          <ac:graphicFrameMkLst>
            <pc:docMk/>
            <pc:sldMk cId="2811346923" sldId="436"/>
            <ac:graphicFrameMk id="11" creationId="{020B4AE7-5933-56E2-6671-71ED25300550}"/>
          </ac:graphicFrameMkLst>
        </pc:graphicFrameChg>
      </pc:sldChg>
      <pc:sldChg chg="modSp add mod ord">
        <pc:chgData name="Javier Solana" userId="1494786c-b274-4026-9aa2-895d350f4d3c" providerId="ADAL" clId="{5F09BD95-609E-5E24-B1FE-6E1D65DEBAA4}" dt="2026-04-30T10:51:15.356" v="4715"/>
        <pc:sldMkLst>
          <pc:docMk/>
          <pc:sldMk cId="3622597157" sldId="437"/>
        </pc:sldMkLst>
        <pc:graphicFrameChg chg="modGraphic">
          <ac:chgData name="Javier Solana" userId="1494786c-b274-4026-9aa2-895d350f4d3c" providerId="ADAL" clId="{5F09BD95-609E-5E24-B1FE-6E1D65DEBAA4}" dt="2026-04-30T10:51:10.852" v="4714"/>
          <ac:graphicFrameMkLst>
            <pc:docMk/>
            <pc:sldMk cId="3622597157" sldId="437"/>
            <ac:graphicFrameMk id="7" creationId="{E9D6E9B8-D7AB-534E-158C-60AF5928592C}"/>
          </ac:graphicFrameMkLst>
        </pc:graphicFrameChg>
        <pc:graphicFrameChg chg="modGraphic">
          <ac:chgData name="Javier Solana" userId="1494786c-b274-4026-9aa2-895d350f4d3c" providerId="ADAL" clId="{5F09BD95-609E-5E24-B1FE-6E1D65DEBAA4}" dt="2026-04-30T10:51:15.356" v="4715"/>
          <ac:graphicFrameMkLst>
            <pc:docMk/>
            <pc:sldMk cId="3622597157" sldId="437"/>
            <ac:graphicFrameMk id="8" creationId="{2463B3D2-413D-03E5-B70F-B007B338BF49}"/>
          </ac:graphicFrameMkLst>
        </pc:graphicFrameChg>
      </pc:sldChg>
      <pc:sldChg chg="modSp add mod ord">
        <pc:chgData name="Javier Solana" userId="1494786c-b274-4026-9aa2-895d350f4d3c" providerId="ADAL" clId="{5F09BD95-609E-5E24-B1FE-6E1D65DEBAA4}" dt="2026-04-30T10:52:34.019" v="4746" actId="12"/>
        <pc:sldMkLst>
          <pc:docMk/>
          <pc:sldMk cId="2444586617" sldId="438"/>
        </pc:sldMkLst>
        <pc:spChg chg="mod">
          <ac:chgData name="Javier Solana" userId="1494786c-b274-4026-9aa2-895d350f4d3c" providerId="ADAL" clId="{5F09BD95-609E-5E24-B1FE-6E1D65DEBAA4}" dt="2026-04-30T10:51:51.058" v="4737" actId="20577"/>
          <ac:spMkLst>
            <pc:docMk/>
            <pc:sldMk cId="2444586617" sldId="438"/>
            <ac:spMk id="2" creationId="{46B77BE8-E822-EC0A-F4EB-F41631022D4C}"/>
          </ac:spMkLst>
        </pc:spChg>
        <pc:spChg chg="mod">
          <ac:chgData name="Javier Solana" userId="1494786c-b274-4026-9aa2-895d350f4d3c" providerId="ADAL" clId="{5F09BD95-609E-5E24-B1FE-6E1D65DEBAA4}" dt="2026-04-30T10:51:45.080" v="4721" actId="20577"/>
          <ac:spMkLst>
            <pc:docMk/>
            <pc:sldMk cId="2444586617" sldId="438"/>
            <ac:spMk id="6" creationId="{A784254B-89B1-6D4B-E269-56401FB44744}"/>
          </ac:spMkLst>
        </pc:spChg>
        <pc:spChg chg="mod">
          <ac:chgData name="Javier Solana" userId="1494786c-b274-4026-9aa2-895d350f4d3c" providerId="ADAL" clId="{5F09BD95-609E-5E24-B1FE-6E1D65DEBAA4}" dt="2026-04-30T10:51:55.044" v="4738" actId="14100"/>
          <ac:spMkLst>
            <pc:docMk/>
            <pc:sldMk cId="2444586617" sldId="438"/>
            <ac:spMk id="8" creationId="{3F33F798-D4E6-C732-EC65-C1ED41C39259}"/>
          </ac:spMkLst>
        </pc:spChg>
        <pc:spChg chg="mod">
          <ac:chgData name="Javier Solana" userId="1494786c-b274-4026-9aa2-895d350f4d3c" providerId="ADAL" clId="{5F09BD95-609E-5E24-B1FE-6E1D65DEBAA4}" dt="2026-04-30T10:52:34.019" v="4746" actId="12"/>
          <ac:spMkLst>
            <pc:docMk/>
            <pc:sldMk cId="2444586617" sldId="438"/>
            <ac:spMk id="10" creationId="{D642032F-877D-CE9D-EC52-A84DF4FB6A8B}"/>
          </ac:spMkLst>
        </pc:spChg>
      </pc:sldChg>
      <pc:sldChg chg="modSp add mod">
        <pc:chgData name="Javier Solana" userId="1494786c-b274-4026-9aa2-895d350f4d3c" providerId="ADAL" clId="{5F09BD95-609E-5E24-B1FE-6E1D65DEBAA4}" dt="2026-04-30T11:35:18.511" v="6338" actId="14100"/>
        <pc:sldMkLst>
          <pc:docMk/>
          <pc:sldMk cId="2052454594" sldId="439"/>
        </pc:sldMkLst>
        <pc:spChg chg="mod">
          <ac:chgData name="Javier Solana" userId="1494786c-b274-4026-9aa2-895d350f4d3c" providerId="ADAL" clId="{5F09BD95-609E-5E24-B1FE-6E1D65DEBAA4}" dt="2026-04-30T11:35:14.283" v="6337" actId="20577"/>
          <ac:spMkLst>
            <pc:docMk/>
            <pc:sldMk cId="2052454594" sldId="439"/>
            <ac:spMk id="2" creationId="{73BB853D-3467-698D-256E-4F8FFAAE2929}"/>
          </ac:spMkLst>
        </pc:spChg>
        <pc:spChg chg="mod">
          <ac:chgData name="Javier Solana" userId="1494786c-b274-4026-9aa2-895d350f4d3c" providerId="ADAL" clId="{5F09BD95-609E-5E24-B1FE-6E1D65DEBAA4}" dt="2026-04-30T11:35:18.511" v="6338" actId="14100"/>
          <ac:spMkLst>
            <pc:docMk/>
            <pc:sldMk cId="2052454594" sldId="439"/>
            <ac:spMk id="8" creationId="{043E4832-FED9-F9B7-1BA6-A26138B4D1E4}"/>
          </ac:spMkLst>
        </pc:spChg>
        <pc:spChg chg="mod">
          <ac:chgData name="Javier Solana" userId="1494786c-b274-4026-9aa2-895d350f4d3c" providerId="ADAL" clId="{5F09BD95-609E-5E24-B1FE-6E1D65DEBAA4}" dt="2026-04-30T10:53:21.464" v="4765" actId="179"/>
          <ac:spMkLst>
            <pc:docMk/>
            <pc:sldMk cId="2052454594" sldId="439"/>
            <ac:spMk id="10" creationId="{76B1FFD6-293A-77E8-4EC4-404B4796A291}"/>
          </ac:spMkLst>
        </pc:spChg>
      </pc:sldChg>
      <pc:sldChg chg="modSp add mod ord">
        <pc:chgData name="Javier Solana" userId="1494786c-b274-4026-9aa2-895d350f4d3c" providerId="ADAL" clId="{5F09BD95-609E-5E24-B1FE-6E1D65DEBAA4}" dt="2026-04-30T10:56:23.586" v="4843" actId="27636"/>
        <pc:sldMkLst>
          <pc:docMk/>
          <pc:sldMk cId="2390540396" sldId="440"/>
        </pc:sldMkLst>
        <pc:spChg chg="mod">
          <ac:chgData name="Javier Solana" userId="1494786c-b274-4026-9aa2-895d350f4d3c" providerId="ADAL" clId="{5F09BD95-609E-5E24-B1FE-6E1D65DEBAA4}" dt="2026-04-30T10:53:46.139" v="4772" actId="20577"/>
          <ac:spMkLst>
            <pc:docMk/>
            <pc:sldMk cId="2390540396" sldId="440"/>
            <ac:spMk id="2" creationId="{48E3E231-8F69-637B-BE86-CB65234F967B}"/>
          </ac:spMkLst>
        </pc:spChg>
        <pc:spChg chg="mod">
          <ac:chgData name="Javier Solana" userId="1494786c-b274-4026-9aa2-895d350f4d3c" providerId="ADAL" clId="{5F09BD95-609E-5E24-B1FE-6E1D65DEBAA4}" dt="2026-04-30T10:53:49.167" v="4774" actId="20577"/>
          <ac:spMkLst>
            <pc:docMk/>
            <pc:sldMk cId="2390540396" sldId="440"/>
            <ac:spMk id="6" creationId="{C78A8264-C43E-9EC3-EE0D-349BC0FAF223}"/>
          </ac:spMkLst>
        </pc:spChg>
        <pc:spChg chg="mod">
          <ac:chgData name="Javier Solana" userId="1494786c-b274-4026-9aa2-895d350f4d3c" providerId="ADAL" clId="{5F09BD95-609E-5E24-B1FE-6E1D65DEBAA4}" dt="2026-04-30T10:53:53.931" v="4775" actId="14100"/>
          <ac:spMkLst>
            <pc:docMk/>
            <pc:sldMk cId="2390540396" sldId="440"/>
            <ac:spMk id="8" creationId="{34AF37BB-83B8-C619-39E3-848F34760F7F}"/>
          </ac:spMkLst>
        </pc:spChg>
        <pc:spChg chg="mod">
          <ac:chgData name="Javier Solana" userId="1494786c-b274-4026-9aa2-895d350f4d3c" providerId="ADAL" clId="{5F09BD95-609E-5E24-B1FE-6E1D65DEBAA4}" dt="2026-04-30T10:56:23.586" v="4843" actId="27636"/>
          <ac:spMkLst>
            <pc:docMk/>
            <pc:sldMk cId="2390540396" sldId="440"/>
            <ac:spMk id="10" creationId="{355C91E9-D64D-C700-3CBB-D1A3273C85A9}"/>
          </ac:spMkLst>
        </pc:spChg>
      </pc:sldChg>
      <pc:sldChg chg="modSp add mod ord">
        <pc:chgData name="Javier Solana" userId="1494786c-b274-4026-9aa2-895d350f4d3c" providerId="ADAL" clId="{5F09BD95-609E-5E24-B1FE-6E1D65DEBAA4}" dt="2026-04-30T10:56:53.657" v="4848"/>
        <pc:sldMkLst>
          <pc:docMk/>
          <pc:sldMk cId="1020083386" sldId="441"/>
        </pc:sldMkLst>
        <pc:graphicFrameChg chg="modGraphic">
          <ac:chgData name="Javier Solana" userId="1494786c-b274-4026-9aa2-895d350f4d3c" providerId="ADAL" clId="{5F09BD95-609E-5E24-B1FE-6E1D65DEBAA4}" dt="2026-04-30T10:56:49.782" v="4847"/>
          <ac:graphicFrameMkLst>
            <pc:docMk/>
            <pc:sldMk cId="1020083386" sldId="441"/>
            <ac:graphicFrameMk id="8" creationId="{57BD3581-4D3F-68A4-7C32-B50C19695851}"/>
          </ac:graphicFrameMkLst>
        </pc:graphicFrameChg>
        <pc:graphicFrameChg chg="modGraphic">
          <ac:chgData name="Javier Solana" userId="1494786c-b274-4026-9aa2-895d350f4d3c" providerId="ADAL" clId="{5F09BD95-609E-5E24-B1FE-6E1D65DEBAA4}" dt="2026-04-30T10:56:53.657" v="4848"/>
          <ac:graphicFrameMkLst>
            <pc:docMk/>
            <pc:sldMk cId="1020083386" sldId="441"/>
            <ac:graphicFrameMk id="9" creationId="{97A26733-DB1B-093E-C88F-0E7E2A208823}"/>
          </ac:graphicFrameMkLst>
        </pc:graphicFrameChg>
      </pc:sldChg>
      <pc:sldChg chg="modSp add mod ord">
        <pc:chgData name="Javier Solana" userId="1494786c-b274-4026-9aa2-895d350f4d3c" providerId="ADAL" clId="{5F09BD95-609E-5E24-B1FE-6E1D65DEBAA4}" dt="2026-04-30T11:01:13.123" v="5155" actId="179"/>
        <pc:sldMkLst>
          <pc:docMk/>
          <pc:sldMk cId="3589957674" sldId="442"/>
        </pc:sldMkLst>
        <pc:spChg chg="mod">
          <ac:chgData name="Javier Solana" userId="1494786c-b274-4026-9aa2-895d350f4d3c" providerId="ADAL" clId="{5F09BD95-609E-5E24-B1FE-6E1D65DEBAA4}" dt="2026-04-30T10:57:36.485" v="4882" actId="20577"/>
          <ac:spMkLst>
            <pc:docMk/>
            <pc:sldMk cId="3589957674" sldId="442"/>
            <ac:spMk id="2" creationId="{9535C1CB-B1B3-EBFB-E6D1-C113A6D513A3}"/>
          </ac:spMkLst>
        </pc:spChg>
        <pc:spChg chg="mod">
          <ac:chgData name="Javier Solana" userId="1494786c-b274-4026-9aa2-895d350f4d3c" providerId="ADAL" clId="{5F09BD95-609E-5E24-B1FE-6E1D65DEBAA4}" dt="2026-04-30T10:57:05.007" v="4852" actId="20577"/>
          <ac:spMkLst>
            <pc:docMk/>
            <pc:sldMk cId="3589957674" sldId="442"/>
            <ac:spMk id="6" creationId="{25439316-B915-C0B6-9E02-033575E521F6}"/>
          </ac:spMkLst>
        </pc:spChg>
        <pc:spChg chg="mod">
          <ac:chgData name="Javier Solana" userId="1494786c-b274-4026-9aa2-895d350f4d3c" providerId="ADAL" clId="{5F09BD95-609E-5E24-B1FE-6E1D65DEBAA4}" dt="2026-04-30T10:57:43.389" v="4883" actId="14100"/>
          <ac:spMkLst>
            <pc:docMk/>
            <pc:sldMk cId="3589957674" sldId="442"/>
            <ac:spMk id="8" creationId="{C673EA66-6382-1C0C-7A61-7E813EF37FDD}"/>
          </ac:spMkLst>
        </pc:spChg>
        <pc:spChg chg="mod">
          <ac:chgData name="Javier Solana" userId="1494786c-b274-4026-9aa2-895d350f4d3c" providerId="ADAL" clId="{5F09BD95-609E-5E24-B1FE-6E1D65DEBAA4}" dt="2026-04-30T11:01:13.123" v="5155" actId="179"/>
          <ac:spMkLst>
            <pc:docMk/>
            <pc:sldMk cId="3589957674" sldId="442"/>
            <ac:spMk id="10" creationId="{E25F21AC-8D0F-893B-7E8B-20EA7CF8BCCC}"/>
          </ac:spMkLst>
        </pc:spChg>
      </pc:sldChg>
      <pc:sldChg chg="modSp add del mod">
        <pc:chgData name="Javier Solana" userId="1494786c-b274-4026-9aa2-895d350f4d3c" providerId="ADAL" clId="{5F09BD95-609E-5E24-B1FE-6E1D65DEBAA4}" dt="2026-04-30T11:00:14.341" v="4928" actId="2696"/>
        <pc:sldMkLst>
          <pc:docMk/>
          <pc:sldMk cId="1466906466" sldId="443"/>
        </pc:sldMkLst>
        <pc:spChg chg="mod">
          <ac:chgData name="Javier Solana" userId="1494786c-b274-4026-9aa2-895d350f4d3c" providerId="ADAL" clId="{5F09BD95-609E-5E24-B1FE-6E1D65DEBAA4}" dt="2026-04-30T10:59:10.040" v="4913" actId="20577"/>
          <ac:spMkLst>
            <pc:docMk/>
            <pc:sldMk cId="1466906466" sldId="443"/>
            <ac:spMk id="2" creationId="{A5D6BFCC-24C8-3A8A-A6B0-192CD1E33CCF}"/>
          </ac:spMkLst>
        </pc:spChg>
        <pc:spChg chg="mod">
          <ac:chgData name="Javier Solana" userId="1494786c-b274-4026-9aa2-895d350f4d3c" providerId="ADAL" clId="{5F09BD95-609E-5E24-B1FE-6E1D65DEBAA4}" dt="2026-04-30T10:59:15.595" v="4914" actId="14100"/>
          <ac:spMkLst>
            <pc:docMk/>
            <pc:sldMk cId="1466906466" sldId="443"/>
            <ac:spMk id="8" creationId="{2858C8AE-9B2A-ED59-18E1-05EB3D665226}"/>
          </ac:spMkLst>
        </pc:spChg>
        <pc:spChg chg="mod">
          <ac:chgData name="Javier Solana" userId="1494786c-b274-4026-9aa2-895d350f4d3c" providerId="ADAL" clId="{5F09BD95-609E-5E24-B1FE-6E1D65DEBAA4}" dt="2026-04-30T10:59:49.545" v="4926" actId="404"/>
          <ac:spMkLst>
            <pc:docMk/>
            <pc:sldMk cId="1466906466" sldId="443"/>
            <ac:spMk id="10" creationId="{4359D3F5-48ED-39E5-56B4-F93ED2A0BF58}"/>
          </ac:spMkLst>
        </pc:spChg>
      </pc:sldChg>
      <pc:sldChg chg="modSp add mod">
        <pc:chgData name="Javier Solana" userId="1494786c-b274-4026-9aa2-895d350f4d3c" providerId="ADAL" clId="{5F09BD95-609E-5E24-B1FE-6E1D65DEBAA4}" dt="2026-04-30T12:58:50.187" v="6381" actId="20577"/>
        <pc:sldMkLst>
          <pc:docMk/>
          <pc:sldMk cId="3153084448" sldId="443"/>
        </pc:sldMkLst>
        <pc:spChg chg="mod">
          <ac:chgData name="Javier Solana" userId="1494786c-b274-4026-9aa2-895d350f4d3c" providerId="ADAL" clId="{5F09BD95-609E-5E24-B1FE-6E1D65DEBAA4}" dt="2026-04-30T11:08:26.384" v="5416" actId="20577"/>
          <ac:spMkLst>
            <pc:docMk/>
            <pc:sldMk cId="3153084448" sldId="443"/>
            <ac:spMk id="2" creationId="{3CECC430-67FF-A402-E8D5-A52BF9CD00A1}"/>
          </ac:spMkLst>
        </pc:spChg>
        <pc:spChg chg="mod">
          <ac:chgData name="Javier Solana" userId="1494786c-b274-4026-9aa2-895d350f4d3c" providerId="ADAL" clId="{5F09BD95-609E-5E24-B1FE-6E1D65DEBAA4}" dt="2026-04-30T11:08:34.001" v="5418" actId="14100"/>
          <ac:spMkLst>
            <pc:docMk/>
            <pc:sldMk cId="3153084448" sldId="443"/>
            <ac:spMk id="8" creationId="{BE898B26-F62D-33AB-FA1E-BA5DB4891266}"/>
          </ac:spMkLst>
        </pc:spChg>
        <pc:spChg chg="mod">
          <ac:chgData name="Javier Solana" userId="1494786c-b274-4026-9aa2-895d350f4d3c" providerId="ADAL" clId="{5F09BD95-609E-5E24-B1FE-6E1D65DEBAA4}" dt="2026-04-30T12:58:50.187" v="6381" actId="20577"/>
          <ac:spMkLst>
            <pc:docMk/>
            <pc:sldMk cId="3153084448" sldId="443"/>
            <ac:spMk id="10" creationId="{61E85E32-101B-069E-55EC-B7389C71A282}"/>
          </ac:spMkLst>
        </pc:spChg>
      </pc:sldChg>
      <pc:sldChg chg="modSp add mod">
        <pc:chgData name="Javier Solana" userId="1494786c-b274-4026-9aa2-895d350f4d3c" providerId="ADAL" clId="{5F09BD95-609E-5E24-B1FE-6E1D65DEBAA4}" dt="2026-04-30T12:59:23.244" v="6382" actId="20577"/>
        <pc:sldMkLst>
          <pc:docMk/>
          <pc:sldMk cId="2144742287" sldId="444"/>
        </pc:sldMkLst>
        <pc:spChg chg="mod">
          <ac:chgData name="Javier Solana" userId="1494786c-b274-4026-9aa2-895d350f4d3c" providerId="ADAL" clId="{5F09BD95-609E-5E24-B1FE-6E1D65DEBAA4}" dt="2026-04-30T11:10:11.439" v="5496" actId="20577"/>
          <ac:spMkLst>
            <pc:docMk/>
            <pc:sldMk cId="2144742287" sldId="444"/>
            <ac:spMk id="2" creationId="{24B49722-B8DA-F4D6-C76B-195747A48385}"/>
          </ac:spMkLst>
        </pc:spChg>
        <pc:spChg chg="mod">
          <ac:chgData name="Javier Solana" userId="1494786c-b274-4026-9aa2-895d350f4d3c" providerId="ADAL" clId="{5F09BD95-609E-5E24-B1FE-6E1D65DEBAA4}" dt="2026-04-30T11:10:14.934" v="5497" actId="14100"/>
          <ac:spMkLst>
            <pc:docMk/>
            <pc:sldMk cId="2144742287" sldId="444"/>
            <ac:spMk id="8" creationId="{F32EEE71-655B-1001-23CF-1807C26B41F3}"/>
          </ac:spMkLst>
        </pc:spChg>
        <pc:spChg chg="mod">
          <ac:chgData name="Javier Solana" userId="1494786c-b274-4026-9aa2-895d350f4d3c" providerId="ADAL" clId="{5F09BD95-609E-5E24-B1FE-6E1D65DEBAA4}" dt="2026-04-30T12:59:23.244" v="6382" actId="20577"/>
          <ac:spMkLst>
            <pc:docMk/>
            <pc:sldMk cId="2144742287" sldId="444"/>
            <ac:spMk id="10" creationId="{508E8ADE-1C4B-A0D3-1366-275C54EDEF3E}"/>
          </ac:spMkLst>
        </pc:spChg>
      </pc:sldChg>
      <pc:sldChg chg="modSp add mod">
        <pc:chgData name="Javier Solana" userId="1494786c-b274-4026-9aa2-895d350f4d3c" providerId="ADAL" clId="{5F09BD95-609E-5E24-B1FE-6E1D65DEBAA4}" dt="2026-04-30T11:13:50.023" v="5715" actId="20577"/>
        <pc:sldMkLst>
          <pc:docMk/>
          <pc:sldMk cId="3464232788" sldId="445"/>
        </pc:sldMkLst>
        <pc:spChg chg="mod">
          <ac:chgData name="Javier Solana" userId="1494786c-b274-4026-9aa2-895d350f4d3c" providerId="ADAL" clId="{5F09BD95-609E-5E24-B1FE-6E1D65DEBAA4}" dt="2026-04-30T11:11:41.954" v="5519" actId="20577"/>
          <ac:spMkLst>
            <pc:docMk/>
            <pc:sldMk cId="3464232788" sldId="445"/>
            <ac:spMk id="2" creationId="{606A807E-D2BE-4B85-AAAF-F5BA6C0C7770}"/>
          </ac:spMkLst>
        </pc:spChg>
        <pc:spChg chg="mod">
          <ac:chgData name="Javier Solana" userId="1494786c-b274-4026-9aa2-895d350f4d3c" providerId="ADAL" clId="{5F09BD95-609E-5E24-B1FE-6E1D65DEBAA4}" dt="2026-04-30T11:11:47.756" v="5521" actId="14100"/>
          <ac:spMkLst>
            <pc:docMk/>
            <pc:sldMk cId="3464232788" sldId="445"/>
            <ac:spMk id="8" creationId="{E29E17C8-6097-57B7-0400-CE66C52F4304}"/>
          </ac:spMkLst>
        </pc:spChg>
        <pc:spChg chg="mod">
          <ac:chgData name="Javier Solana" userId="1494786c-b274-4026-9aa2-895d350f4d3c" providerId="ADAL" clId="{5F09BD95-609E-5E24-B1FE-6E1D65DEBAA4}" dt="2026-04-30T11:13:50.023" v="5715" actId="20577"/>
          <ac:spMkLst>
            <pc:docMk/>
            <pc:sldMk cId="3464232788" sldId="445"/>
            <ac:spMk id="10" creationId="{C29CD41D-01DA-3CA5-01BE-3D9362A32D24}"/>
          </ac:spMkLst>
        </pc:spChg>
      </pc:sldChg>
      <pc:sldChg chg="modSp add mod">
        <pc:chgData name="Javier Solana" userId="1494786c-b274-4026-9aa2-895d350f4d3c" providerId="ADAL" clId="{5F09BD95-609E-5E24-B1FE-6E1D65DEBAA4}" dt="2026-04-30T11:14:49.690" v="5834" actId="20577"/>
        <pc:sldMkLst>
          <pc:docMk/>
          <pc:sldMk cId="1293389942" sldId="446"/>
        </pc:sldMkLst>
        <pc:spChg chg="mod">
          <ac:chgData name="Javier Solana" userId="1494786c-b274-4026-9aa2-895d350f4d3c" providerId="ADAL" clId="{5F09BD95-609E-5E24-B1FE-6E1D65DEBAA4}" dt="2026-04-30T11:14:09.649" v="5722" actId="20577"/>
          <ac:spMkLst>
            <pc:docMk/>
            <pc:sldMk cId="1293389942" sldId="446"/>
            <ac:spMk id="2" creationId="{CBD58FF0-4287-0678-10DC-FF72EBE3659E}"/>
          </ac:spMkLst>
        </pc:spChg>
        <pc:spChg chg="mod">
          <ac:chgData name="Javier Solana" userId="1494786c-b274-4026-9aa2-895d350f4d3c" providerId="ADAL" clId="{5F09BD95-609E-5E24-B1FE-6E1D65DEBAA4}" dt="2026-04-30T11:14:12.941" v="5723" actId="14100"/>
          <ac:spMkLst>
            <pc:docMk/>
            <pc:sldMk cId="1293389942" sldId="446"/>
            <ac:spMk id="8" creationId="{D2B4B3ED-286B-52F5-73B9-322ADA0B44D7}"/>
          </ac:spMkLst>
        </pc:spChg>
        <pc:spChg chg="mod">
          <ac:chgData name="Javier Solana" userId="1494786c-b274-4026-9aa2-895d350f4d3c" providerId="ADAL" clId="{5F09BD95-609E-5E24-B1FE-6E1D65DEBAA4}" dt="2026-04-30T11:14:49.690" v="5834" actId="20577"/>
          <ac:spMkLst>
            <pc:docMk/>
            <pc:sldMk cId="1293389942" sldId="446"/>
            <ac:spMk id="10" creationId="{21CB9767-14FA-BCFB-7E60-85E561496E9F}"/>
          </ac:spMkLst>
        </pc:spChg>
      </pc:sldChg>
      <pc:sldChg chg="modSp add mod">
        <pc:chgData name="Javier Solana" userId="1494786c-b274-4026-9aa2-895d350f4d3c" providerId="ADAL" clId="{5F09BD95-609E-5E24-B1FE-6E1D65DEBAA4}" dt="2026-04-30T11:19:56.015" v="6103" actId="179"/>
        <pc:sldMkLst>
          <pc:docMk/>
          <pc:sldMk cId="712480939" sldId="447"/>
        </pc:sldMkLst>
        <pc:spChg chg="mod">
          <ac:chgData name="Javier Solana" userId="1494786c-b274-4026-9aa2-895d350f4d3c" providerId="ADAL" clId="{5F09BD95-609E-5E24-B1FE-6E1D65DEBAA4}" dt="2026-04-30T11:15:02.555" v="5841" actId="20577"/>
          <ac:spMkLst>
            <pc:docMk/>
            <pc:sldMk cId="712480939" sldId="447"/>
            <ac:spMk id="2" creationId="{F95C9135-CBF0-7134-FAA5-6A55B65B710C}"/>
          </ac:spMkLst>
        </pc:spChg>
        <pc:spChg chg="mod">
          <ac:chgData name="Javier Solana" userId="1494786c-b274-4026-9aa2-895d350f4d3c" providerId="ADAL" clId="{5F09BD95-609E-5E24-B1FE-6E1D65DEBAA4}" dt="2026-04-30T11:15:06.851" v="5842" actId="14100"/>
          <ac:spMkLst>
            <pc:docMk/>
            <pc:sldMk cId="712480939" sldId="447"/>
            <ac:spMk id="8" creationId="{C2AB8E7E-368B-6B03-4FC8-0BAE4F7A4100}"/>
          </ac:spMkLst>
        </pc:spChg>
        <pc:spChg chg="mod">
          <ac:chgData name="Javier Solana" userId="1494786c-b274-4026-9aa2-895d350f4d3c" providerId="ADAL" clId="{5F09BD95-609E-5E24-B1FE-6E1D65DEBAA4}" dt="2026-04-30T11:19:56.015" v="6103" actId="179"/>
          <ac:spMkLst>
            <pc:docMk/>
            <pc:sldMk cId="712480939" sldId="447"/>
            <ac:spMk id="10" creationId="{3B2E4E2E-7699-7A5E-C1E1-7B8706F6E000}"/>
          </ac:spMkLst>
        </pc:spChg>
      </pc:sldChg>
      <pc:sldChg chg="addSp delSp modSp add mod">
        <pc:chgData name="Javier Solana" userId="1494786c-b274-4026-9aa2-895d350f4d3c" providerId="ADAL" clId="{5F09BD95-609E-5E24-B1FE-6E1D65DEBAA4}" dt="2026-04-30T11:34:58.218" v="6327" actId="693"/>
        <pc:sldMkLst>
          <pc:docMk/>
          <pc:sldMk cId="3327532068" sldId="448"/>
        </pc:sldMkLst>
        <pc:spChg chg="mod">
          <ac:chgData name="Javier Solana" userId="1494786c-b274-4026-9aa2-895d350f4d3c" providerId="ADAL" clId="{5F09BD95-609E-5E24-B1FE-6E1D65DEBAA4}" dt="2026-04-30T11:20:32.386" v="6112" actId="20577"/>
          <ac:spMkLst>
            <pc:docMk/>
            <pc:sldMk cId="3327532068" sldId="448"/>
            <ac:spMk id="2" creationId="{592B616A-E720-71D5-84F0-F756DEEC7BC2}"/>
          </ac:spMkLst>
        </pc:spChg>
        <pc:spChg chg="add mod">
          <ac:chgData name="Javier Solana" userId="1494786c-b274-4026-9aa2-895d350f4d3c" providerId="ADAL" clId="{5F09BD95-609E-5E24-B1FE-6E1D65DEBAA4}" dt="2026-04-30T11:33:38.010" v="6312" actId="1076"/>
          <ac:spMkLst>
            <pc:docMk/>
            <pc:sldMk cId="3327532068" sldId="448"/>
            <ac:spMk id="3" creationId="{5D10A999-3C65-8C56-2357-99CEC87932AC}"/>
          </ac:spMkLst>
        </pc:spChg>
        <pc:spChg chg="add mod">
          <ac:chgData name="Javier Solana" userId="1494786c-b274-4026-9aa2-895d350f4d3c" providerId="ADAL" clId="{5F09BD95-609E-5E24-B1FE-6E1D65DEBAA4}" dt="2026-04-30T11:33:38.010" v="6312" actId="1076"/>
          <ac:spMkLst>
            <pc:docMk/>
            <pc:sldMk cId="3327532068" sldId="448"/>
            <ac:spMk id="4" creationId="{FAB3EA48-ED13-6712-53B6-1E33F622B35B}"/>
          </ac:spMkLst>
        </pc:spChg>
        <pc:spChg chg="add mod">
          <ac:chgData name="Javier Solana" userId="1494786c-b274-4026-9aa2-895d350f4d3c" providerId="ADAL" clId="{5F09BD95-609E-5E24-B1FE-6E1D65DEBAA4}" dt="2026-04-30T11:33:38.010" v="6312" actId="1076"/>
          <ac:spMkLst>
            <pc:docMk/>
            <pc:sldMk cId="3327532068" sldId="448"/>
            <ac:spMk id="5" creationId="{63325ABC-774D-F4A9-B1D5-8466C3080AAE}"/>
          </ac:spMkLst>
        </pc:spChg>
        <pc:spChg chg="del mod">
          <ac:chgData name="Javier Solana" userId="1494786c-b274-4026-9aa2-895d350f4d3c" providerId="ADAL" clId="{5F09BD95-609E-5E24-B1FE-6E1D65DEBAA4}" dt="2026-04-30T11:21:17.924" v="6114" actId="478"/>
          <ac:spMkLst>
            <pc:docMk/>
            <pc:sldMk cId="3327532068" sldId="448"/>
            <ac:spMk id="10" creationId="{29A12B39-BA20-CF6F-4225-31AA6F76040E}"/>
          </ac:spMkLst>
        </pc:spChg>
        <pc:spChg chg="add mod">
          <ac:chgData name="Javier Solana" userId="1494786c-b274-4026-9aa2-895d350f4d3c" providerId="ADAL" clId="{5F09BD95-609E-5E24-B1FE-6E1D65DEBAA4}" dt="2026-04-30T11:33:38.010" v="6312" actId="1076"/>
          <ac:spMkLst>
            <pc:docMk/>
            <pc:sldMk cId="3327532068" sldId="448"/>
            <ac:spMk id="11" creationId="{7EA887BE-606B-CF03-AAD8-F48067E70C5A}"/>
          </ac:spMkLst>
        </pc:spChg>
        <pc:spChg chg="add mod">
          <ac:chgData name="Javier Solana" userId="1494786c-b274-4026-9aa2-895d350f4d3c" providerId="ADAL" clId="{5F09BD95-609E-5E24-B1FE-6E1D65DEBAA4}" dt="2026-04-30T11:33:38.010" v="6312" actId="1076"/>
          <ac:spMkLst>
            <pc:docMk/>
            <pc:sldMk cId="3327532068" sldId="448"/>
            <ac:spMk id="12" creationId="{AC029006-DF44-A192-33F0-455583306A97}"/>
          </ac:spMkLst>
        </pc:spChg>
        <pc:spChg chg="add mod">
          <ac:chgData name="Javier Solana" userId="1494786c-b274-4026-9aa2-895d350f4d3c" providerId="ADAL" clId="{5F09BD95-609E-5E24-B1FE-6E1D65DEBAA4}" dt="2026-04-30T11:33:27.784" v="6309" actId="1076"/>
          <ac:spMkLst>
            <pc:docMk/>
            <pc:sldMk cId="3327532068" sldId="448"/>
            <ac:spMk id="13" creationId="{2A0C5B30-17E3-2C43-ACB8-C08CC781CE7C}"/>
          </ac:spMkLst>
        </pc:spChg>
        <pc:spChg chg="add mod">
          <ac:chgData name="Javier Solana" userId="1494786c-b274-4026-9aa2-895d350f4d3c" providerId="ADAL" clId="{5F09BD95-609E-5E24-B1FE-6E1D65DEBAA4}" dt="2026-04-30T11:33:27.784" v="6309" actId="1076"/>
          <ac:spMkLst>
            <pc:docMk/>
            <pc:sldMk cId="3327532068" sldId="448"/>
            <ac:spMk id="14" creationId="{6751A491-BE3D-B01F-B892-503745C80097}"/>
          </ac:spMkLst>
        </pc:spChg>
        <pc:spChg chg="add mod">
          <ac:chgData name="Javier Solana" userId="1494786c-b274-4026-9aa2-895d350f4d3c" providerId="ADAL" clId="{5F09BD95-609E-5E24-B1FE-6E1D65DEBAA4}" dt="2026-04-30T11:33:27.784" v="6309" actId="1076"/>
          <ac:spMkLst>
            <pc:docMk/>
            <pc:sldMk cId="3327532068" sldId="448"/>
            <ac:spMk id="15" creationId="{AFDBC1F9-FA02-BE22-2D5E-6ECD3D51AD25}"/>
          </ac:spMkLst>
        </pc:spChg>
        <pc:spChg chg="add mod">
          <ac:chgData name="Javier Solana" userId="1494786c-b274-4026-9aa2-895d350f4d3c" providerId="ADAL" clId="{5F09BD95-609E-5E24-B1FE-6E1D65DEBAA4}" dt="2026-04-30T11:33:27.784" v="6309" actId="1076"/>
          <ac:spMkLst>
            <pc:docMk/>
            <pc:sldMk cId="3327532068" sldId="448"/>
            <ac:spMk id="16" creationId="{AB91AFB1-6866-61F7-B512-2CDC059E085D}"/>
          </ac:spMkLst>
        </pc:spChg>
        <pc:spChg chg="add mod">
          <ac:chgData name="Javier Solana" userId="1494786c-b274-4026-9aa2-895d350f4d3c" providerId="ADAL" clId="{5F09BD95-609E-5E24-B1FE-6E1D65DEBAA4}" dt="2026-04-30T11:33:27.784" v="6309" actId="1076"/>
          <ac:spMkLst>
            <pc:docMk/>
            <pc:sldMk cId="3327532068" sldId="448"/>
            <ac:spMk id="17" creationId="{17CD1D66-DEEC-73C8-5628-2399755B0137}"/>
          </ac:spMkLst>
        </pc:spChg>
        <pc:spChg chg="add mod">
          <ac:chgData name="Javier Solana" userId="1494786c-b274-4026-9aa2-895d350f4d3c" providerId="ADAL" clId="{5F09BD95-609E-5E24-B1FE-6E1D65DEBAA4}" dt="2026-04-30T11:33:27.784" v="6309" actId="1076"/>
          <ac:spMkLst>
            <pc:docMk/>
            <pc:sldMk cId="3327532068" sldId="448"/>
            <ac:spMk id="18" creationId="{CD74EB2D-19D9-E1FC-EF51-0597880BE673}"/>
          </ac:spMkLst>
        </pc:spChg>
        <pc:cxnChg chg="add mod">
          <ac:chgData name="Javier Solana" userId="1494786c-b274-4026-9aa2-895d350f4d3c" providerId="ADAL" clId="{5F09BD95-609E-5E24-B1FE-6E1D65DEBAA4}" dt="2026-04-30T11:30:54.805" v="6294" actId="208"/>
          <ac:cxnSpMkLst>
            <pc:docMk/>
            <pc:sldMk cId="3327532068" sldId="448"/>
            <ac:cxnSpMk id="20" creationId="{3FD0E8B8-C427-6122-AA82-F52194FC3E22}"/>
          </ac:cxnSpMkLst>
        </pc:cxnChg>
        <pc:cxnChg chg="add mod">
          <ac:chgData name="Javier Solana" userId="1494786c-b274-4026-9aa2-895d350f4d3c" providerId="ADAL" clId="{5F09BD95-609E-5E24-B1FE-6E1D65DEBAA4}" dt="2026-04-30T11:30:54.805" v="6294" actId="208"/>
          <ac:cxnSpMkLst>
            <pc:docMk/>
            <pc:sldMk cId="3327532068" sldId="448"/>
            <ac:cxnSpMk id="22" creationId="{48483B2E-6C4F-4E52-A19F-BD7CB1246DA4}"/>
          </ac:cxnSpMkLst>
        </pc:cxnChg>
        <pc:cxnChg chg="add del mod">
          <ac:chgData name="Javier Solana" userId="1494786c-b274-4026-9aa2-895d350f4d3c" providerId="ADAL" clId="{5F09BD95-609E-5E24-B1FE-6E1D65DEBAA4}" dt="2026-04-30T11:28:23.486" v="6280" actId="478"/>
          <ac:cxnSpMkLst>
            <pc:docMk/>
            <pc:sldMk cId="3327532068" sldId="448"/>
            <ac:cxnSpMk id="24" creationId="{9F0B1F99-C713-7676-61FC-CBFDA21523DB}"/>
          </ac:cxnSpMkLst>
        </pc:cxnChg>
        <pc:cxnChg chg="add mod">
          <ac:chgData name="Javier Solana" userId="1494786c-b274-4026-9aa2-895d350f4d3c" providerId="ADAL" clId="{5F09BD95-609E-5E24-B1FE-6E1D65DEBAA4}" dt="2026-04-30T11:30:54.805" v="6294" actId="208"/>
          <ac:cxnSpMkLst>
            <pc:docMk/>
            <pc:sldMk cId="3327532068" sldId="448"/>
            <ac:cxnSpMk id="26" creationId="{9D2CDC8A-D482-F7A7-2FF4-DEDF1097821C}"/>
          </ac:cxnSpMkLst>
        </pc:cxnChg>
        <pc:cxnChg chg="add mod">
          <ac:chgData name="Javier Solana" userId="1494786c-b274-4026-9aa2-895d350f4d3c" providerId="ADAL" clId="{5F09BD95-609E-5E24-B1FE-6E1D65DEBAA4}" dt="2026-04-30T11:33:27.784" v="6309" actId="1076"/>
          <ac:cxnSpMkLst>
            <pc:docMk/>
            <pc:sldMk cId="3327532068" sldId="448"/>
            <ac:cxnSpMk id="28" creationId="{E27503E4-4EED-493E-5EF7-03BA6C400EB5}"/>
          </ac:cxnSpMkLst>
        </pc:cxnChg>
        <pc:cxnChg chg="add mod">
          <ac:chgData name="Javier Solana" userId="1494786c-b274-4026-9aa2-895d350f4d3c" providerId="ADAL" clId="{5F09BD95-609E-5E24-B1FE-6E1D65DEBAA4}" dt="2026-04-30T11:31:21.782" v="6297" actId="166"/>
          <ac:cxnSpMkLst>
            <pc:docMk/>
            <pc:sldMk cId="3327532068" sldId="448"/>
            <ac:cxnSpMk id="30" creationId="{86C4D2AA-63F6-A89C-1BE4-65C6B3D5EE3C}"/>
          </ac:cxnSpMkLst>
        </pc:cxnChg>
        <pc:cxnChg chg="add mod">
          <ac:chgData name="Javier Solana" userId="1494786c-b274-4026-9aa2-895d350f4d3c" providerId="ADAL" clId="{5F09BD95-609E-5E24-B1FE-6E1D65DEBAA4}" dt="2026-04-30T11:34:32.570" v="6325" actId="166"/>
          <ac:cxnSpMkLst>
            <pc:docMk/>
            <pc:sldMk cId="3327532068" sldId="448"/>
            <ac:cxnSpMk id="32" creationId="{DEF87196-7429-5EF2-4411-BC89F6E68E1C}"/>
          </ac:cxnSpMkLst>
        </pc:cxnChg>
        <pc:cxnChg chg="add mod">
          <ac:chgData name="Javier Solana" userId="1494786c-b274-4026-9aa2-895d350f4d3c" providerId="ADAL" clId="{5F09BD95-609E-5E24-B1FE-6E1D65DEBAA4}" dt="2026-04-30T11:34:58.218" v="6327" actId="693"/>
          <ac:cxnSpMkLst>
            <pc:docMk/>
            <pc:sldMk cId="3327532068" sldId="448"/>
            <ac:cxnSpMk id="34" creationId="{3876891C-07E7-DD15-C198-70DA1A51D060}"/>
          </ac:cxnSpMkLst>
        </pc:cxnChg>
        <pc:cxnChg chg="add mod">
          <ac:chgData name="Javier Solana" userId="1494786c-b274-4026-9aa2-895d350f4d3c" providerId="ADAL" clId="{5F09BD95-609E-5E24-B1FE-6E1D65DEBAA4}" dt="2026-04-30T11:34:58.218" v="6327" actId="693"/>
          <ac:cxnSpMkLst>
            <pc:docMk/>
            <pc:sldMk cId="3327532068" sldId="448"/>
            <ac:cxnSpMk id="36" creationId="{03754237-4834-D09C-5A1B-29D31643F278}"/>
          </ac:cxnSpMkLst>
        </pc:cxnChg>
        <pc:cxnChg chg="add mod">
          <ac:chgData name="Javier Solana" userId="1494786c-b274-4026-9aa2-895d350f4d3c" providerId="ADAL" clId="{5F09BD95-609E-5E24-B1FE-6E1D65DEBAA4}" dt="2026-04-30T11:34:58.218" v="6327" actId="693"/>
          <ac:cxnSpMkLst>
            <pc:docMk/>
            <pc:sldMk cId="3327532068" sldId="448"/>
            <ac:cxnSpMk id="38" creationId="{98117111-CD58-E739-B71F-712CBE189D99}"/>
          </ac:cxnSpMkLst>
        </pc:cxnChg>
        <pc:cxnChg chg="add mod">
          <ac:chgData name="Javier Solana" userId="1494786c-b274-4026-9aa2-895d350f4d3c" providerId="ADAL" clId="{5F09BD95-609E-5E24-B1FE-6E1D65DEBAA4}" dt="2026-04-30T11:34:58.218" v="6327" actId="693"/>
          <ac:cxnSpMkLst>
            <pc:docMk/>
            <pc:sldMk cId="3327532068" sldId="448"/>
            <ac:cxnSpMk id="40" creationId="{4CF18757-8EF9-5C2A-A6D5-3DE413574064}"/>
          </ac:cxnSpMkLst>
        </pc:cxnChg>
        <pc:cxnChg chg="add mod">
          <ac:chgData name="Javier Solana" userId="1494786c-b274-4026-9aa2-895d350f4d3c" providerId="ADAL" clId="{5F09BD95-609E-5E24-B1FE-6E1D65DEBAA4}" dt="2026-04-30T11:34:58.218" v="6327" actId="693"/>
          <ac:cxnSpMkLst>
            <pc:docMk/>
            <pc:sldMk cId="3327532068" sldId="448"/>
            <ac:cxnSpMk id="42" creationId="{1D742EAC-A5C0-8B58-21F5-E32321CF0C5F}"/>
          </ac:cxnSpMkLst>
        </pc:cxnChg>
        <pc:cxnChg chg="add mod">
          <ac:chgData name="Javier Solana" userId="1494786c-b274-4026-9aa2-895d350f4d3c" providerId="ADAL" clId="{5F09BD95-609E-5E24-B1FE-6E1D65DEBAA4}" dt="2026-04-30T11:34:58.218" v="6327" actId="693"/>
          <ac:cxnSpMkLst>
            <pc:docMk/>
            <pc:sldMk cId="3327532068" sldId="448"/>
            <ac:cxnSpMk id="44" creationId="{23D2FAD0-F3E3-CD7F-108C-D1A893337D01}"/>
          </ac:cxnSpMkLst>
        </pc:cxnChg>
      </pc:sldChg>
      <pc:sldChg chg="modSp add mod ord">
        <pc:chgData name="Javier Solana" userId="1494786c-b274-4026-9aa2-895d350f4d3c" providerId="ADAL" clId="{5F09BD95-609E-5E24-B1FE-6E1D65DEBAA4}" dt="2026-04-30T11:35:55.726" v="6342"/>
        <pc:sldMkLst>
          <pc:docMk/>
          <pc:sldMk cId="4138435872" sldId="449"/>
        </pc:sldMkLst>
        <pc:graphicFrameChg chg="modGraphic">
          <ac:chgData name="Javier Solana" userId="1494786c-b274-4026-9aa2-895d350f4d3c" providerId="ADAL" clId="{5F09BD95-609E-5E24-B1FE-6E1D65DEBAA4}" dt="2026-04-30T11:35:55.726" v="6342"/>
          <ac:graphicFrameMkLst>
            <pc:docMk/>
            <pc:sldMk cId="4138435872" sldId="449"/>
            <ac:graphicFrameMk id="9" creationId="{8468086D-5CBC-0869-C645-3A54FD3B7366}"/>
          </ac:graphicFrameMkLst>
        </pc:graphicFrameChg>
        <pc:graphicFrameChg chg="modGraphic">
          <ac:chgData name="Javier Solana" userId="1494786c-b274-4026-9aa2-895d350f4d3c" providerId="ADAL" clId="{5F09BD95-609E-5E24-B1FE-6E1D65DEBAA4}" dt="2026-04-30T11:35:51.474" v="6341"/>
          <ac:graphicFrameMkLst>
            <pc:docMk/>
            <pc:sldMk cId="4138435872" sldId="449"/>
            <ac:graphicFrameMk id="12" creationId="{BBA098AA-CBA7-C56B-3B1F-CD3C293FAD2A}"/>
          </ac:graphicFrameMkLst>
        </pc:graphicFrameChg>
      </pc:sldChg>
      <pc:sldChg chg="add">
        <pc:chgData name="Javier Solana" userId="1494786c-b274-4026-9aa2-895d350f4d3c" providerId="ADAL" clId="{5F09BD95-609E-5E24-B1FE-6E1D65DEBAA4}" dt="2026-04-30T12:44:08.737" v="6344" actId="2890"/>
        <pc:sldMkLst>
          <pc:docMk/>
          <pc:sldMk cId="2407805063" sldId="450"/>
        </pc:sldMkLst>
      </pc:sldChg>
      <pc:sldMasterChg chg="del delSldLayout">
        <pc:chgData name="Javier Solana" userId="1494786c-b274-4026-9aa2-895d350f4d3c" providerId="ADAL" clId="{5F09BD95-609E-5E24-B1FE-6E1D65DEBAA4}" dt="2026-04-30T12:44:05.673" v="6343" actId="2696"/>
        <pc:sldMasterMkLst>
          <pc:docMk/>
          <pc:sldMasterMk cId="3457879901" sldId="2147483648"/>
        </pc:sldMasterMkLst>
        <pc:sldLayoutChg chg="del">
          <pc:chgData name="Javier Solana" userId="1494786c-b274-4026-9aa2-895d350f4d3c" providerId="ADAL" clId="{5F09BD95-609E-5E24-B1FE-6E1D65DEBAA4}" dt="2026-04-30T12:44:05.673" v="6343" actId="2696"/>
          <pc:sldLayoutMkLst>
            <pc:docMk/>
            <pc:sldMasterMk cId="3457879901" sldId="2147483648"/>
            <pc:sldLayoutMk cId="2822587244" sldId="2147483649"/>
          </pc:sldLayoutMkLst>
        </pc:sldLayoutChg>
        <pc:sldLayoutChg chg="del">
          <pc:chgData name="Javier Solana" userId="1494786c-b274-4026-9aa2-895d350f4d3c" providerId="ADAL" clId="{5F09BD95-609E-5E24-B1FE-6E1D65DEBAA4}" dt="2026-04-30T12:44:05.673" v="6343" actId="2696"/>
          <pc:sldLayoutMkLst>
            <pc:docMk/>
            <pc:sldMasterMk cId="3457879901" sldId="2147483648"/>
            <pc:sldLayoutMk cId="3624550822" sldId="2147483650"/>
          </pc:sldLayoutMkLst>
        </pc:sldLayoutChg>
        <pc:sldLayoutChg chg="del">
          <pc:chgData name="Javier Solana" userId="1494786c-b274-4026-9aa2-895d350f4d3c" providerId="ADAL" clId="{5F09BD95-609E-5E24-B1FE-6E1D65DEBAA4}" dt="2026-04-30T12:44:05.673" v="6343" actId="2696"/>
          <pc:sldLayoutMkLst>
            <pc:docMk/>
            <pc:sldMasterMk cId="3457879901" sldId="2147483648"/>
            <pc:sldLayoutMk cId="1733010601" sldId="2147483651"/>
          </pc:sldLayoutMkLst>
        </pc:sldLayoutChg>
        <pc:sldLayoutChg chg="del">
          <pc:chgData name="Javier Solana" userId="1494786c-b274-4026-9aa2-895d350f4d3c" providerId="ADAL" clId="{5F09BD95-609E-5E24-B1FE-6E1D65DEBAA4}" dt="2026-04-30T12:44:05.673" v="6343" actId="2696"/>
          <pc:sldLayoutMkLst>
            <pc:docMk/>
            <pc:sldMasterMk cId="3457879901" sldId="2147483648"/>
            <pc:sldLayoutMk cId="3436612852" sldId="2147483652"/>
          </pc:sldLayoutMkLst>
        </pc:sldLayoutChg>
        <pc:sldLayoutChg chg="del">
          <pc:chgData name="Javier Solana" userId="1494786c-b274-4026-9aa2-895d350f4d3c" providerId="ADAL" clId="{5F09BD95-609E-5E24-B1FE-6E1D65DEBAA4}" dt="2026-04-30T12:44:05.673" v="6343" actId="2696"/>
          <pc:sldLayoutMkLst>
            <pc:docMk/>
            <pc:sldMasterMk cId="3457879901" sldId="2147483648"/>
            <pc:sldLayoutMk cId="2513383485" sldId="2147483653"/>
          </pc:sldLayoutMkLst>
        </pc:sldLayoutChg>
        <pc:sldLayoutChg chg="del">
          <pc:chgData name="Javier Solana" userId="1494786c-b274-4026-9aa2-895d350f4d3c" providerId="ADAL" clId="{5F09BD95-609E-5E24-B1FE-6E1D65DEBAA4}" dt="2026-04-30T12:44:05.673" v="6343" actId="2696"/>
          <pc:sldLayoutMkLst>
            <pc:docMk/>
            <pc:sldMasterMk cId="3457879901" sldId="2147483648"/>
            <pc:sldLayoutMk cId="2272329879" sldId="2147483654"/>
          </pc:sldLayoutMkLst>
        </pc:sldLayoutChg>
        <pc:sldLayoutChg chg="del">
          <pc:chgData name="Javier Solana" userId="1494786c-b274-4026-9aa2-895d350f4d3c" providerId="ADAL" clId="{5F09BD95-609E-5E24-B1FE-6E1D65DEBAA4}" dt="2026-04-30T12:44:05.673" v="6343" actId="2696"/>
          <pc:sldLayoutMkLst>
            <pc:docMk/>
            <pc:sldMasterMk cId="3457879901" sldId="2147483648"/>
            <pc:sldLayoutMk cId="3426939305" sldId="2147483655"/>
          </pc:sldLayoutMkLst>
        </pc:sldLayoutChg>
        <pc:sldLayoutChg chg="del">
          <pc:chgData name="Javier Solana" userId="1494786c-b274-4026-9aa2-895d350f4d3c" providerId="ADAL" clId="{5F09BD95-609E-5E24-B1FE-6E1D65DEBAA4}" dt="2026-04-30T12:44:05.673" v="6343" actId="2696"/>
          <pc:sldLayoutMkLst>
            <pc:docMk/>
            <pc:sldMasterMk cId="3457879901" sldId="2147483648"/>
            <pc:sldLayoutMk cId="792389341" sldId="2147483656"/>
          </pc:sldLayoutMkLst>
        </pc:sldLayoutChg>
        <pc:sldLayoutChg chg="del">
          <pc:chgData name="Javier Solana" userId="1494786c-b274-4026-9aa2-895d350f4d3c" providerId="ADAL" clId="{5F09BD95-609E-5E24-B1FE-6E1D65DEBAA4}" dt="2026-04-30T12:44:05.673" v="6343" actId="2696"/>
          <pc:sldLayoutMkLst>
            <pc:docMk/>
            <pc:sldMasterMk cId="3457879901" sldId="2147483648"/>
            <pc:sldLayoutMk cId="2177157763" sldId="2147483657"/>
          </pc:sldLayoutMkLst>
        </pc:sldLayoutChg>
        <pc:sldLayoutChg chg="del">
          <pc:chgData name="Javier Solana" userId="1494786c-b274-4026-9aa2-895d350f4d3c" providerId="ADAL" clId="{5F09BD95-609E-5E24-B1FE-6E1D65DEBAA4}" dt="2026-04-30T12:44:05.673" v="6343" actId="2696"/>
          <pc:sldLayoutMkLst>
            <pc:docMk/>
            <pc:sldMasterMk cId="3457879901" sldId="2147483648"/>
            <pc:sldLayoutMk cId="2641657397" sldId="2147483658"/>
          </pc:sldLayoutMkLst>
        </pc:sldLayoutChg>
        <pc:sldLayoutChg chg="del">
          <pc:chgData name="Javier Solana" userId="1494786c-b274-4026-9aa2-895d350f4d3c" providerId="ADAL" clId="{5F09BD95-609E-5E24-B1FE-6E1D65DEBAA4}" dt="2026-04-30T12:44:05.673" v="6343" actId="2696"/>
          <pc:sldLayoutMkLst>
            <pc:docMk/>
            <pc:sldMasterMk cId="3457879901" sldId="2147483648"/>
            <pc:sldLayoutMk cId="59922549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7FEF1-BDD6-2C4B-AD2B-931B77B9082D}" type="datetimeFigureOut">
              <a:rPr lang="en-ES" smtClean="0"/>
              <a:t>29/4/26</a:t>
            </a:fld>
            <a:endParaRPr lang="en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09EE6-3F19-9045-96D8-24B3B730ED1E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291738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D8851-2B55-0E4D-B028-E4DF3C5D73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2382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D8851-2B55-0E4D-B028-E4DF3C5D73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653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58D2D-027D-7707-F2DE-E5A996D6F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E5012-0547-825F-486A-123931A0F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15CB6-8F64-4F58-2028-2D98A9151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ED5D5-8744-CAB5-4772-33C8563BD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D8851-2B55-0E4D-B028-E4DF3C5D73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5210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1883D-C723-2BDF-524F-DA14D3DA1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49341-28DA-F8E6-B5E7-891C8FD69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DB2B2-B3E6-3112-8848-FC0B368D9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470E0-1EE3-211E-23CF-40498E449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D8851-2B55-0E4D-B028-E4DF3C5D73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4847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E0354-E115-45BE-DAC6-FF48AD0F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068A9-EB8F-33F1-2AD2-EB6B518F9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ECC2D-19D5-E333-7562-3A8AC1EAB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324C0-99FA-08D7-788C-D9CB112E8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D8851-2B55-0E4D-B028-E4DF3C5D73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9638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CE69A-1721-28E9-C2D0-BAAC4340F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1CB316-0CB1-C4DD-5DFE-307EDB16E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85EA8-E314-72D6-4F05-0FC07559E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35424-B90C-4802-7986-B7139D531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D8851-2B55-0E4D-B028-E4DF3C5D73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4253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6B871-A068-504B-648F-BBDC5D78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DAAA3-740C-A6D2-0FD6-17887086D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306E1-F270-5177-89FD-665DF0151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BB580-E2B1-12A6-EBDF-458E865B1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D8851-2B55-0E4D-B028-E4DF3C5D73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459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B74D2-165F-16E8-6FAA-C8A2EC1D6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7DC733-49F0-1BAD-97B1-FE434E3A5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76FF0C-72CE-7A82-3F40-4E36E37E3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8DA0C-BE06-1449-03AA-124AF021D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D8851-2B55-0E4D-B028-E4DF3C5D73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5665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F60F3-2998-A795-94B3-347A3A34D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15B4F-160F-DE51-B5E0-A76D49A1F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8BACD-70D5-AB19-5215-BA9DA8F71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DD0E7-A8A5-8F53-25C0-67F441000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D8851-2B55-0E4D-B028-E4DF3C5D73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5599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7C5A9-AA76-9052-5C9C-1EE2061B0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AE4DF-45E6-84DF-B270-DEB3475E6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BCD57-8AE2-DDD1-FAF7-651A99D80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0D177-E4B3-69C6-E97F-12ADC9C47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D8851-2B55-0E4D-B028-E4DF3C5D73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2584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55D76-6BA3-D821-F590-C16BFE9E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CEA4B9-FEF5-5FAD-EEBC-5DF6C55CF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CD04A-FE44-D1D6-3327-FFBA309BD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FD3B5-D443-0B0D-97D8-7AE6E7C4E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D8851-2B55-0E4D-B028-E4DF3C5D73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34388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54143-42F1-97FD-D396-925568EE9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8A8D7-5E5B-5693-2DF5-662BA5B8C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3354C-58A4-535D-D75F-997064B4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2940B-7021-F5EC-A3C5-398BCAB09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D8851-2B55-0E4D-B028-E4DF3C5D73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982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89989-9EED-C724-86C2-384CBF784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93F1D-A2DC-19AB-750E-058AA9A1A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211BA-251C-747D-D610-29B967025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E268D-E28D-0796-952A-8FE2232CD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D8851-2B55-0E4D-B028-E4DF3C5D73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058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416A2-F98C-D440-514D-03CB3AD5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8B932-BF75-9A07-91EA-915EC54F5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33258-FA27-7F04-A836-B669832BA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FB5A6-5D14-763E-62D8-B478F7DCA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D8851-2B55-0E4D-B028-E4DF3C5D73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9289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1B0B3-F1E7-994B-9264-9929EFA9A850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15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B5484-C245-7A4A-BF96-7CDDEE007C8F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60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94B41-8B6D-5D4D-8946-D1980933C3E2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07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D0C7-A455-A445-BBF5-6077238FEE7C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691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DFCF-DEC8-0441-8B21-2B9E41F2CE17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016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2CBE8-BE96-FB4E-8F7F-E41BB8E5F97B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540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7E167-FBD2-004C-A677-0F9794E292C5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460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8177-7407-EB4E-B035-D35511AB59A3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41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3FE88-2F8D-7E45-9C03-B6CEAE31E584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60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5554-EE1A-B642-9A7C-6A6C00C2C7A4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555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36F2D-EEBB-5545-809E-3CFB080F0817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600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CAA20-256E-4A4D-A1E4-AF12E7BBED31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739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E7849-06AF-1D4B-BE76-9D53EBDAAFC4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9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CE26-BDBD-E544-BFE0-377FF81E2EE5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3680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3312D-918E-7D41-A3E8-A790771C03DF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64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1BE9-42F8-0749-ABC7-A0CE60ABDCDD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6102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992D-97AC-5B40-8C95-8AE48F1D9253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5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F055211-5E4B-5147-917F-562E19BFF020}" type="datetime1">
              <a:rPr lang="en-GB" smtClean="0"/>
              <a:t>29/04/2026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0624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BBDBB-5BDE-BD45-8EB0-B72B867AC0E2}"/>
              </a:ext>
            </a:extLst>
          </p:cNvPr>
          <p:cNvSpPr/>
          <p:nvPr/>
        </p:nvSpPr>
        <p:spPr>
          <a:xfrm>
            <a:off x="1779185" y="1847537"/>
            <a:ext cx="10412815" cy="3162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9FAF5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14730" y="2250069"/>
            <a:ext cx="9144000" cy="2219053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5400" dirty="0">
                <a:solidFill>
                  <a:srgbClr val="003261"/>
                </a:solidFill>
                <a:effectLst/>
                <a:latin typeface="Calibri Light" panose="020F0302020204030204" pitchFamily="34" charset="0"/>
                <a:ea typeface="Verdana" panose="020B0604030504040204" pitchFamily="34" charset="0"/>
                <a:cs typeface="Calibri Light" panose="020F0302020204030204" pitchFamily="34" charset="0"/>
              </a:rPr>
              <a:t>Developing a research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4730" y="5130383"/>
            <a:ext cx="9144000" cy="1057038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chemeClr val="tx1"/>
                </a:solidFill>
                <a:latin typeface="Calibri Light" panose="020F0302020204030204" pitchFamily="34" charset="0"/>
                <a:ea typeface="Verdana" panose="020B0604030504040204" pitchFamily="34" charset="0"/>
                <a:cs typeface="Calibri Light" panose="020F0302020204030204" pitchFamily="34" charset="0"/>
              </a:rPr>
              <a:t>Prof. Javier Solana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chemeClr val="tx1"/>
                </a:solidFill>
                <a:latin typeface="Calibri Light" panose="020F0302020204030204" pitchFamily="34" charset="0"/>
                <a:ea typeface="Verdana" panose="020B0604030504040204" pitchFamily="34" charset="0"/>
                <a:cs typeface="Calibri Light" panose="020F0302020204030204" pitchFamily="34" charset="0"/>
              </a:rPr>
              <a:t>University of Glasgow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713FE-A320-4541-8AE7-4C3BD6025732}"/>
              </a:ext>
            </a:extLst>
          </p:cNvPr>
          <p:cNvSpPr txBox="1"/>
          <p:nvPr/>
        </p:nvSpPr>
        <p:spPr>
          <a:xfrm>
            <a:off x="1779185" y="1201206"/>
            <a:ext cx="6600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LLM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programmes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white"/>
                </a:solidFill>
                <a:latin typeface="Corbel" panose="020B0503020204020204"/>
              </a:rPr>
              <a:t>30 April 2026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091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9E5B7-9575-17E2-4368-D68122F39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70A8A2-A7B9-E374-9763-380E1D70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F4C900-C594-4A10-A445-5A82D5F38113}"/>
              </a:ext>
            </a:extLst>
          </p:cNvPr>
          <p:cNvSpPr/>
          <p:nvPr/>
        </p:nvSpPr>
        <p:spPr>
          <a:xfrm>
            <a:off x="1779185" y="2353715"/>
            <a:ext cx="10412815" cy="3162925"/>
          </a:xfrm>
          <a:prstGeom prst="rect">
            <a:avLst/>
          </a:prstGeom>
          <a:solidFill>
            <a:srgbClr val="B88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69AE0A-2FBF-76F7-EDC6-BE15C7FF4D90}"/>
              </a:ext>
            </a:extLst>
          </p:cNvPr>
          <p:cNvSpPr/>
          <p:nvPr/>
        </p:nvSpPr>
        <p:spPr>
          <a:xfrm>
            <a:off x="0" y="539646"/>
            <a:ext cx="10852879" cy="4137285"/>
          </a:xfrm>
          <a:prstGeom prst="rect">
            <a:avLst/>
          </a:prstGeom>
          <a:solidFill>
            <a:srgbClr val="003261"/>
          </a:solidFill>
          <a:ln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0AE8B4C-8DB4-A3A7-6130-5DBCD2F81F4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9FAF5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Table of contents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319B0F99-9EC5-6CDF-BEF5-D8CC4DD50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473073"/>
              </p:ext>
            </p:extLst>
          </p:nvPr>
        </p:nvGraphicFramePr>
        <p:xfrm>
          <a:off x="2608288" y="1865209"/>
          <a:ext cx="3019624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6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lt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/>
                          </a:solidFill>
                        </a:rPr>
                        <a:t>Intended Learning Outcomes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35B78AB-197C-7140-AC63-BDD9CB159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286362"/>
              </p:ext>
            </p:extLst>
          </p:nvPr>
        </p:nvGraphicFramePr>
        <p:xfrm>
          <a:off x="2608287" y="271864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/>
                        <a:t>2</a:t>
                      </a:r>
                      <a:endParaRPr lang="en-US" b="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Elements and internal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F076BF7-47EF-90C9-9E7F-7B37D26D4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102374"/>
              </p:ext>
            </p:extLst>
          </p:nvPr>
        </p:nvGraphicFramePr>
        <p:xfrm>
          <a:off x="2608287" y="357208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/>
                        <a:t>3</a:t>
                      </a:r>
                      <a:endParaRPr lang="en-US" b="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Guiding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7F3080-50CF-29AB-7A66-1AEB2DE62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53211"/>
              </p:ext>
            </p:extLst>
          </p:nvPr>
        </p:nvGraphicFramePr>
        <p:xfrm>
          <a:off x="6457015" y="186520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/>
                        <a:t>4</a:t>
                      </a:r>
                      <a:endParaRPr lang="en-US" b="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Tips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5B1B685-B2DB-5E98-757C-8726C42F9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428664"/>
              </p:ext>
            </p:extLst>
          </p:nvPr>
        </p:nvGraphicFramePr>
        <p:xfrm>
          <a:off x="6457015" y="271864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/>
                        <a:t>5</a:t>
                      </a:r>
                      <a:endParaRPr lang="en-US" b="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Supporting materials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F8AA447-4693-34A2-43C0-423853B60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370347"/>
              </p:ext>
            </p:extLst>
          </p:nvPr>
        </p:nvGraphicFramePr>
        <p:xfrm>
          <a:off x="6457015" y="357208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/>
                        <a:t>6</a:t>
                      </a:r>
                      <a:endParaRPr lang="en-US" b="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Q &amp;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907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97EC84-05F4-A8F0-42F4-34024D87A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4E68F4-1F41-DD6F-965D-8C86244B478A}"/>
              </a:ext>
            </a:extLst>
          </p:cNvPr>
          <p:cNvSpPr/>
          <p:nvPr/>
        </p:nvSpPr>
        <p:spPr>
          <a:xfrm flipH="1">
            <a:off x="539991" y="599368"/>
            <a:ext cx="1832505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961319-192A-0F96-5B88-8C1C90545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6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ILOs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3C58C7-48D1-5E3C-57AF-50D1FA416094}"/>
              </a:ext>
            </a:extLst>
          </p:cNvPr>
          <p:cNvSpPr/>
          <p:nvPr/>
        </p:nvSpPr>
        <p:spPr>
          <a:xfrm>
            <a:off x="0" y="599368"/>
            <a:ext cx="399456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F2F8EA-85CE-15AB-EF4B-DF4D3EF35B1C}"/>
              </a:ext>
            </a:extLst>
          </p:cNvPr>
          <p:cNvSpPr/>
          <p:nvPr/>
        </p:nvSpPr>
        <p:spPr>
          <a:xfrm>
            <a:off x="11562930" y="0"/>
            <a:ext cx="629070" cy="6858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AFC203E-F4E4-6CAB-D331-B6FB047D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5157" y="6310312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1FAE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1FAE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E77131E-7CB7-FD42-BD2E-C24C8AE38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690688"/>
            <a:ext cx="10233800" cy="4567944"/>
          </a:xfrm>
          <a:solidFill>
            <a:schemeClr val="tx1"/>
          </a:solidFill>
          <a:effectLst/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>
              <a:solidFill>
                <a:srgbClr val="00326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003261"/>
                </a:solidFill>
              </a:rPr>
              <a:t>By the end of this session you will be able to:</a:t>
            </a:r>
            <a:endParaRPr lang="en-ES" dirty="0">
              <a:solidFill>
                <a:srgbClr val="003261"/>
              </a:solidFill>
            </a:endParaRPr>
          </a:p>
          <a:p>
            <a:pPr marL="541338" lvl="0" indent="-222250"/>
            <a:r>
              <a:rPr lang="en-GB" dirty="0">
                <a:solidFill>
                  <a:srgbClr val="003261"/>
                </a:solidFill>
              </a:rPr>
              <a:t>Identify the main elements of a sound research proposal and understand how they relate to each other </a:t>
            </a:r>
            <a:endParaRPr lang="en-ES" dirty="0">
              <a:solidFill>
                <a:srgbClr val="003261"/>
              </a:solidFill>
            </a:endParaRPr>
          </a:p>
          <a:p>
            <a:pPr marL="541338" lvl="0" indent="-222250"/>
            <a:r>
              <a:rPr lang="en-GB" dirty="0">
                <a:solidFill>
                  <a:srgbClr val="003261"/>
                </a:solidFill>
              </a:rPr>
              <a:t>Critically assess the best approach to formulate a research question based on the overall aim of your dissertation and the impact you seek to have with it.</a:t>
            </a:r>
            <a:endParaRPr lang="en-ES" dirty="0">
              <a:solidFill>
                <a:srgbClr val="003261"/>
              </a:solidFill>
            </a:endParaRPr>
          </a:p>
          <a:p>
            <a:pPr marL="541338" lvl="0" indent="-222250"/>
            <a:r>
              <a:rPr lang="en-GB" dirty="0">
                <a:solidFill>
                  <a:srgbClr val="003261"/>
                </a:solidFill>
              </a:rPr>
              <a:t>Articulate a plan to develop your research proposal around a set of guiding questions.</a:t>
            </a:r>
            <a:endParaRPr lang="en-ES" dirty="0">
              <a:solidFill>
                <a:srgbClr val="003261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ES" dirty="0">
              <a:solidFill>
                <a:srgbClr val="003261"/>
              </a:solidFill>
            </a:endParaRPr>
          </a:p>
          <a:p>
            <a:pPr lvl="1">
              <a:lnSpc>
                <a:spcPct val="80000"/>
              </a:lnSpc>
            </a:pPr>
            <a:endParaRPr lang="en-GB" dirty="0">
              <a:solidFill>
                <a:srgbClr val="0032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744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F4620-FA7E-5A41-F446-AA19E84A0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F8CF4E-9047-9DEF-A1BB-F3504A69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E877F6-D496-D926-F3BA-27E3CDFC4201}"/>
              </a:ext>
            </a:extLst>
          </p:cNvPr>
          <p:cNvSpPr/>
          <p:nvPr/>
        </p:nvSpPr>
        <p:spPr>
          <a:xfrm>
            <a:off x="1779185" y="2353715"/>
            <a:ext cx="10412815" cy="3162925"/>
          </a:xfrm>
          <a:prstGeom prst="rect">
            <a:avLst/>
          </a:prstGeom>
          <a:solidFill>
            <a:srgbClr val="B88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EEFEA4-15B5-9226-13F1-6B506BE017BE}"/>
              </a:ext>
            </a:extLst>
          </p:cNvPr>
          <p:cNvSpPr/>
          <p:nvPr/>
        </p:nvSpPr>
        <p:spPr>
          <a:xfrm>
            <a:off x="0" y="539646"/>
            <a:ext cx="10852879" cy="4137285"/>
          </a:xfrm>
          <a:prstGeom prst="rect">
            <a:avLst/>
          </a:prstGeom>
          <a:solidFill>
            <a:srgbClr val="003261"/>
          </a:solidFill>
          <a:ln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B1C7459-67DF-7369-6B3A-521A1B3912E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9FAF5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Table of contents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741B907D-558E-DB54-D479-93C8EECD2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181161"/>
              </p:ext>
            </p:extLst>
          </p:nvPr>
        </p:nvGraphicFramePr>
        <p:xfrm>
          <a:off x="2608288" y="1865209"/>
          <a:ext cx="3019624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6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Intended Learning Outcomes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FACEE08-AEC3-7902-892A-D6569D9EC63C}"/>
              </a:ext>
            </a:extLst>
          </p:cNvPr>
          <p:cNvGraphicFramePr>
            <a:graphicFrameLocks noGrp="1"/>
          </p:cNvGraphicFramePr>
          <p:nvPr/>
        </p:nvGraphicFramePr>
        <p:xfrm>
          <a:off x="2608287" y="271864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/>
                        <a:t>2</a:t>
                      </a:r>
                      <a:endParaRPr lang="en-US" b="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Elements and internal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8ADD51-5815-AFFB-B289-F75FF479D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975704"/>
              </p:ext>
            </p:extLst>
          </p:nvPr>
        </p:nvGraphicFramePr>
        <p:xfrm>
          <a:off x="2608287" y="357208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3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Guiding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FF28F68-A17C-E42B-34D7-DD41C6ACC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194567"/>
              </p:ext>
            </p:extLst>
          </p:nvPr>
        </p:nvGraphicFramePr>
        <p:xfrm>
          <a:off x="6457015" y="186520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4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Tips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E911ED-08FD-CEB9-1C6B-C34F618C9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269116"/>
              </p:ext>
            </p:extLst>
          </p:nvPr>
        </p:nvGraphicFramePr>
        <p:xfrm>
          <a:off x="6457015" y="271864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5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Supporting materials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F0C1D57-E422-91D0-D1DD-4C2766606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461398"/>
              </p:ext>
            </p:extLst>
          </p:nvPr>
        </p:nvGraphicFramePr>
        <p:xfrm>
          <a:off x="6457015" y="357208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6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Q &amp;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934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A9F454-B6B4-7886-296C-B31592392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D51001-67E4-4D45-FE67-D5EAD5CF2B90}"/>
              </a:ext>
            </a:extLst>
          </p:cNvPr>
          <p:cNvSpPr/>
          <p:nvPr/>
        </p:nvSpPr>
        <p:spPr>
          <a:xfrm flipH="1">
            <a:off x="539992" y="599368"/>
            <a:ext cx="3414170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FA252-16A2-F14D-3984-59424E7F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6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At a glance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6E554B-A715-D001-E7ED-6E3EE64354E2}"/>
              </a:ext>
            </a:extLst>
          </p:cNvPr>
          <p:cNvSpPr/>
          <p:nvPr/>
        </p:nvSpPr>
        <p:spPr>
          <a:xfrm>
            <a:off x="0" y="599368"/>
            <a:ext cx="399456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Corbel" panose="020B0503020204020204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796FFD-5B36-6309-87B0-07CCBE3C1653}"/>
              </a:ext>
            </a:extLst>
          </p:cNvPr>
          <p:cNvSpPr/>
          <p:nvPr/>
        </p:nvSpPr>
        <p:spPr>
          <a:xfrm>
            <a:off x="11562930" y="0"/>
            <a:ext cx="629070" cy="6858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C2FAD6E-9F45-B0A5-BCD6-ED201734B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5157" y="6310312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1FAE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1FAE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CE17BD6-F63C-E8B7-3C71-578B5113D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690688"/>
            <a:ext cx="10233800" cy="4567944"/>
          </a:xfrm>
          <a:solidFill>
            <a:schemeClr val="tx1"/>
          </a:solidFill>
          <a:effectLst/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>
              <a:solidFill>
                <a:srgbClr val="003261"/>
              </a:solidFill>
            </a:endParaRPr>
          </a:p>
          <a:p>
            <a:r>
              <a:rPr lang="en-GB" dirty="0">
                <a:solidFill>
                  <a:srgbClr val="003261"/>
                </a:solidFill>
              </a:rPr>
              <a:t>Overview [Approx. 200 words]</a:t>
            </a:r>
          </a:p>
          <a:p>
            <a:r>
              <a:rPr lang="en-GB" dirty="0">
                <a:solidFill>
                  <a:srgbClr val="003261"/>
                </a:solidFill>
              </a:rPr>
              <a:t>Context</a:t>
            </a:r>
          </a:p>
          <a:p>
            <a:r>
              <a:rPr lang="es-ES" dirty="0" err="1">
                <a:solidFill>
                  <a:srgbClr val="003261"/>
                </a:solidFill>
              </a:rPr>
              <a:t>Methodology</a:t>
            </a:r>
            <a:endParaRPr lang="es-ES" dirty="0">
              <a:solidFill>
                <a:srgbClr val="003261"/>
              </a:solidFill>
            </a:endParaRPr>
          </a:p>
          <a:p>
            <a:r>
              <a:rPr lang="es-ES" dirty="0" err="1">
                <a:solidFill>
                  <a:srgbClr val="003261"/>
                </a:solidFill>
              </a:rPr>
              <a:t>Ethics</a:t>
            </a:r>
            <a:endParaRPr lang="es-ES" dirty="0">
              <a:solidFill>
                <a:srgbClr val="003261"/>
              </a:solidFill>
            </a:endParaRPr>
          </a:p>
          <a:p>
            <a:r>
              <a:rPr lang="es-ES" dirty="0" err="1">
                <a:solidFill>
                  <a:srgbClr val="003261"/>
                </a:solidFill>
              </a:rPr>
              <a:t>Impact</a:t>
            </a:r>
            <a:endParaRPr lang="es-ES" dirty="0">
              <a:solidFill>
                <a:srgbClr val="003261"/>
              </a:solidFill>
            </a:endParaRPr>
          </a:p>
          <a:p>
            <a:endParaRPr lang="es-ES" dirty="0">
              <a:solidFill>
                <a:srgbClr val="003261"/>
              </a:solidFill>
            </a:endParaRPr>
          </a:p>
          <a:p>
            <a:r>
              <a:rPr lang="es-ES" dirty="0" err="1">
                <a:solidFill>
                  <a:srgbClr val="003261"/>
                </a:solidFill>
              </a:rPr>
              <a:t>Preliminary</a:t>
            </a:r>
            <a:r>
              <a:rPr lang="es-ES" dirty="0">
                <a:solidFill>
                  <a:srgbClr val="003261"/>
                </a:solidFill>
              </a:rPr>
              <a:t> </a:t>
            </a:r>
            <a:r>
              <a:rPr lang="es-ES" dirty="0" err="1">
                <a:solidFill>
                  <a:srgbClr val="003261"/>
                </a:solidFill>
              </a:rPr>
              <a:t>outline</a:t>
            </a:r>
            <a:r>
              <a:rPr lang="es-ES" dirty="0">
                <a:solidFill>
                  <a:srgbClr val="003261"/>
                </a:solidFill>
              </a:rPr>
              <a:t> [</a:t>
            </a:r>
            <a:r>
              <a:rPr lang="es-ES" dirty="0" err="1">
                <a:solidFill>
                  <a:srgbClr val="003261"/>
                </a:solidFill>
              </a:rPr>
              <a:t>Approx</a:t>
            </a:r>
            <a:r>
              <a:rPr lang="es-ES" dirty="0">
                <a:solidFill>
                  <a:srgbClr val="003261"/>
                </a:solidFill>
              </a:rPr>
              <a:t>. 200 </a:t>
            </a:r>
            <a:r>
              <a:rPr lang="es-ES" dirty="0" err="1">
                <a:solidFill>
                  <a:srgbClr val="003261"/>
                </a:solidFill>
              </a:rPr>
              <a:t>words</a:t>
            </a:r>
            <a:r>
              <a:rPr lang="es-ES" dirty="0">
                <a:solidFill>
                  <a:srgbClr val="003261"/>
                </a:solidFill>
              </a:rPr>
              <a:t>]</a:t>
            </a:r>
            <a:endParaRPr lang="en-ES" dirty="0">
              <a:solidFill>
                <a:srgbClr val="003261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ES" dirty="0">
              <a:solidFill>
                <a:srgbClr val="003261"/>
              </a:solidFill>
            </a:endParaRPr>
          </a:p>
          <a:p>
            <a:pPr lvl="1">
              <a:lnSpc>
                <a:spcPct val="80000"/>
              </a:lnSpc>
            </a:pPr>
            <a:endParaRPr lang="en-GB" dirty="0">
              <a:solidFill>
                <a:srgbClr val="0032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113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B06CDB-DD8F-B9D9-00BF-7B7CB471B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C2FB88-7C57-3940-23C5-E339EB3DBCA1}"/>
              </a:ext>
            </a:extLst>
          </p:cNvPr>
          <p:cNvSpPr/>
          <p:nvPr/>
        </p:nvSpPr>
        <p:spPr>
          <a:xfrm flipH="1">
            <a:off x="539992" y="599368"/>
            <a:ext cx="3414170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172A8-B93E-062A-44DC-56191CAF1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6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Overview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9ED45-5EBB-BA81-18BF-739FEA2B3282}"/>
              </a:ext>
            </a:extLst>
          </p:cNvPr>
          <p:cNvSpPr/>
          <p:nvPr/>
        </p:nvSpPr>
        <p:spPr>
          <a:xfrm>
            <a:off x="0" y="599368"/>
            <a:ext cx="399456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Corbel" panose="020B0503020204020204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4D1D11-682C-7674-B5FA-609BF170207B}"/>
              </a:ext>
            </a:extLst>
          </p:cNvPr>
          <p:cNvSpPr/>
          <p:nvPr/>
        </p:nvSpPr>
        <p:spPr>
          <a:xfrm>
            <a:off x="11562930" y="0"/>
            <a:ext cx="629070" cy="6858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DBD5616-F5B0-CC64-4819-5A63D669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5157" y="6310312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1FAE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1FAE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84F50C7-5DC5-03E6-A44D-5442BC07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690688"/>
            <a:ext cx="10233800" cy="4567944"/>
          </a:xfrm>
          <a:solidFill>
            <a:schemeClr val="tx1"/>
          </a:solidFill>
          <a:effectLst/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>
              <a:solidFill>
                <a:srgbClr val="00326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003261"/>
                </a:solidFill>
              </a:rPr>
              <a:t>Brief description of what the project seeks to explore. It should address:</a:t>
            </a:r>
          </a:p>
          <a:p>
            <a:pPr lvl="1"/>
            <a:r>
              <a:rPr lang="en-GB" dirty="0">
                <a:solidFill>
                  <a:srgbClr val="003261"/>
                </a:solidFill>
              </a:rPr>
              <a:t>Overall </a:t>
            </a:r>
            <a:r>
              <a:rPr lang="en-GB" b="1" dirty="0">
                <a:solidFill>
                  <a:srgbClr val="003261"/>
                </a:solidFill>
              </a:rPr>
              <a:t>research question (RQ)</a:t>
            </a:r>
            <a:r>
              <a:rPr lang="en-GB" dirty="0">
                <a:solidFill>
                  <a:srgbClr val="003261"/>
                </a:solidFill>
              </a:rPr>
              <a:t> (see next slide)</a:t>
            </a:r>
          </a:p>
          <a:p>
            <a:pPr lvl="1"/>
            <a:r>
              <a:rPr lang="en-GB" dirty="0">
                <a:solidFill>
                  <a:srgbClr val="003261"/>
                </a:solidFill>
              </a:rPr>
              <a:t>Overall </a:t>
            </a:r>
            <a:r>
              <a:rPr lang="en-GB" b="1" dirty="0">
                <a:solidFill>
                  <a:srgbClr val="003261"/>
                </a:solidFill>
              </a:rPr>
              <a:t>aim</a:t>
            </a:r>
            <a:r>
              <a:rPr lang="en-GB" dirty="0">
                <a:solidFill>
                  <a:srgbClr val="003261"/>
                </a:solidFill>
              </a:rPr>
              <a:t> of the research project. Examples:</a:t>
            </a:r>
          </a:p>
          <a:p>
            <a:pPr lvl="2"/>
            <a:r>
              <a:rPr lang="en-GB" dirty="0">
                <a:solidFill>
                  <a:srgbClr val="003261"/>
                </a:solidFill>
              </a:rPr>
              <a:t>to fill a gap in the literature</a:t>
            </a:r>
          </a:p>
          <a:p>
            <a:pPr lvl="2"/>
            <a:r>
              <a:rPr lang="en-GB" dirty="0">
                <a:solidFill>
                  <a:srgbClr val="003261"/>
                </a:solidFill>
              </a:rPr>
              <a:t>to address a problem (theoretical, empirical, doctrinal)</a:t>
            </a:r>
          </a:p>
        </p:txBody>
      </p:sp>
    </p:spTree>
    <p:extLst>
      <p:ext uri="{BB962C8B-B14F-4D97-AF65-F5344CB8AC3E}">
        <p14:creationId xmlns:p14="http://schemas.microsoft.com/office/powerpoint/2010/main" val="946999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B936E-28F8-2056-2C40-E650D5275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898B26-F62D-33AB-FA1E-BA5DB4891266}"/>
              </a:ext>
            </a:extLst>
          </p:cNvPr>
          <p:cNvSpPr/>
          <p:nvPr/>
        </p:nvSpPr>
        <p:spPr>
          <a:xfrm flipH="1">
            <a:off x="539988" y="599368"/>
            <a:ext cx="9544537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ECC430-67FF-A402-E8D5-A52BF9CD0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6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Research questions: gaps vs problems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371580-9312-A878-155E-7CEC25AE64EE}"/>
              </a:ext>
            </a:extLst>
          </p:cNvPr>
          <p:cNvSpPr/>
          <p:nvPr/>
        </p:nvSpPr>
        <p:spPr>
          <a:xfrm>
            <a:off x="0" y="599368"/>
            <a:ext cx="399456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Corbel" panose="020B0503020204020204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54F962-217E-6B1D-BA8C-73CD11B9E968}"/>
              </a:ext>
            </a:extLst>
          </p:cNvPr>
          <p:cNvSpPr/>
          <p:nvPr/>
        </p:nvSpPr>
        <p:spPr>
          <a:xfrm>
            <a:off x="11562930" y="0"/>
            <a:ext cx="629070" cy="6858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9F3B460B-8BA8-3C8A-A68C-E889DB9A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5157" y="6310312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1FAE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1FAE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1E85E32-101B-069E-55EC-B7389C71A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690688"/>
            <a:ext cx="10233800" cy="4567944"/>
          </a:xfrm>
          <a:solidFill>
            <a:schemeClr val="tx1"/>
          </a:solidFill>
          <a:effectLst/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3261"/>
                </a:solidFill>
              </a:rPr>
              <a:t>A few key ideas from Sandberg and Alvesson (2010):</a:t>
            </a:r>
          </a:p>
          <a:p>
            <a:pPr lvl="1"/>
            <a:r>
              <a:rPr lang="en-GB" dirty="0">
                <a:solidFill>
                  <a:srgbClr val="003261"/>
                </a:solidFill>
              </a:rPr>
              <a:t>Gap-filling should be purposeful. What’s the value (academic or non-academic) of filling a gap?</a:t>
            </a:r>
          </a:p>
          <a:p>
            <a:pPr lvl="1"/>
            <a:r>
              <a:rPr lang="en-GB" dirty="0">
                <a:solidFill>
                  <a:srgbClr val="003261"/>
                </a:solidFill>
              </a:rPr>
              <a:t>Identifying gaps, and doing so rigorously, can be valuable, e.g. a literature review (that no one has done).</a:t>
            </a:r>
          </a:p>
          <a:p>
            <a:pPr lvl="1"/>
            <a:r>
              <a:rPr lang="en-GB" dirty="0">
                <a:solidFill>
                  <a:srgbClr val="003261"/>
                </a:solidFill>
              </a:rPr>
              <a:t>You can add value without filling a gap, e.g.:</a:t>
            </a:r>
          </a:p>
          <a:p>
            <a:pPr lvl="2"/>
            <a:r>
              <a:rPr lang="en-GB" dirty="0">
                <a:solidFill>
                  <a:srgbClr val="003261"/>
                </a:solidFill>
              </a:rPr>
              <a:t>By applying existing ideas (theories or doctrines) to new contexts; or</a:t>
            </a:r>
          </a:p>
          <a:p>
            <a:pPr lvl="2"/>
            <a:r>
              <a:rPr lang="en-GB" dirty="0">
                <a:solidFill>
                  <a:srgbClr val="003261"/>
                </a:solidFill>
              </a:rPr>
              <a:t>by developing an empirical analysis to test an existing theory; or</a:t>
            </a:r>
          </a:p>
          <a:p>
            <a:pPr lvl="2"/>
            <a:r>
              <a:rPr lang="en-GB" dirty="0">
                <a:solidFill>
                  <a:srgbClr val="003261"/>
                </a:solidFill>
              </a:rPr>
              <a:t>by developing a critical analysis of an existing theory or doctrine or empirical analysis (an example of problematisation).</a:t>
            </a:r>
          </a:p>
          <a:p>
            <a:pPr lvl="1"/>
            <a:r>
              <a:rPr lang="en-GB" dirty="0">
                <a:solidFill>
                  <a:srgbClr val="003261"/>
                </a:solidFill>
              </a:rPr>
              <a:t>Problematisation focuses on developing a critical analysis of assumptions underlying theory, doctrinal or empirical research.  A spectrum, you don’t need to produce a “scientific revolution”.</a:t>
            </a:r>
          </a:p>
          <a:p>
            <a:pPr lvl="1"/>
            <a:r>
              <a:rPr lang="en-GB" dirty="0">
                <a:solidFill>
                  <a:srgbClr val="003261"/>
                </a:solidFill>
              </a:rPr>
              <a:t>Approaches to formulating research questions along a spectrum between “track-bound” and “disruptive” approaches. For specific strategies, see Sandberg and Alvesson (2010, 28-31 and 38-40).</a:t>
            </a:r>
          </a:p>
        </p:txBody>
      </p:sp>
    </p:spTree>
    <p:extLst>
      <p:ext uri="{BB962C8B-B14F-4D97-AF65-F5344CB8AC3E}">
        <p14:creationId xmlns:p14="http://schemas.microsoft.com/office/powerpoint/2010/main" val="3153084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88155F-7D20-B82E-0BC8-9181F7C2B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2EEE71-655B-1001-23CF-1807C26B41F3}"/>
              </a:ext>
            </a:extLst>
          </p:cNvPr>
          <p:cNvSpPr/>
          <p:nvPr/>
        </p:nvSpPr>
        <p:spPr>
          <a:xfrm flipH="1">
            <a:off x="539988" y="599368"/>
            <a:ext cx="2751852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49722-B8DA-F4D6-C76B-195747A48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6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Context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B83103-B00D-111D-CBCB-9F720293ADF2}"/>
              </a:ext>
            </a:extLst>
          </p:cNvPr>
          <p:cNvSpPr/>
          <p:nvPr/>
        </p:nvSpPr>
        <p:spPr>
          <a:xfrm>
            <a:off x="0" y="599368"/>
            <a:ext cx="399456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Corbel" panose="020B0503020204020204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8FF286-88A2-5355-904F-DA5C9AACF7DF}"/>
              </a:ext>
            </a:extLst>
          </p:cNvPr>
          <p:cNvSpPr/>
          <p:nvPr/>
        </p:nvSpPr>
        <p:spPr>
          <a:xfrm>
            <a:off x="11562930" y="0"/>
            <a:ext cx="629070" cy="6858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9E83C7B-D04B-367B-4D92-AB6C59BF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5157" y="6310312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1FAE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1FAE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08E8ADE-1C4B-A0D3-1366-275C54EDE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690688"/>
            <a:ext cx="10233800" cy="4567944"/>
          </a:xfrm>
          <a:solidFill>
            <a:schemeClr val="tx1"/>
          </a:solidFill>
          <a:effectLst/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endParaRPr lang="en-ES" sz="2600" dirty="0">
              <a:solidFill>
                <a:srgbClr val="003261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ES" sz="2600" dirty="0">
                <a:solidFill>
                  <a:srgbClr val="003261"/>
                </a:solidFill>
              </a:rPr>
              <a:t>A review of the literature. Justifying your research question.</a:t>
            </a:r>
          </a:p>
          <a:p>
            <a:pPr marL="854075" lvl="1" indent="-439738">
              <a:lnSpc>
                <a:spcPct val="80000"/>
              </a:lnSpc>
              <a:spcBef>
                <a:spcPts val="1000"/>
              </a:spcBef>
            </a:pPr>
            <a:r>
              <a:rPr lang="en-ES" sz="2600" dirty="0">
                <a:solidFill>
                  <a:srgbClr val="003261"/>
                </a:solidFill>
              </a:rPr>
              <a:t>What is the “research problem”? Theoretical, empirical, etc.</a:t>
            </a:r>
          </a:p>
          <a:p>
            <a:pPr marL="854075" lvl="1" indent="-439738">
              <a:lnSpc>
                <a:spcPct val="80000"/>
              </a:lnSpc>
              <a:spcBef>
                <a:spcPts val="1000"/>
              </a:spcBef>
            </a:pPr>
            <a:r>
              <a:rPr lang="en-ES" sz="2600" dirty="0">
                <a:solidFill>
                  <a:srgbClr val="003261"/>
                </a:solidFill>
              </a:rPr>
              <a:t>What have others said about this problem and what methods have they used to develop their arguments?</a:t>
            </a:r>
          </a:p>
        </p:txBody>
      </p:sp>
    </p:spTree>
    <p:extLst>
      <p:ext uri="{BB962C8B-B14F-4D97-AF65-F5344CB8AC3E}">
        <p14:creationId xmlns:p14="http://schemas.microsoft.com/office/powerpoint/2010/main" val="2144742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A8D85-79C8-4905-C65E-207BAC28A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9E17C8-6097-57B7-0400-CE66C52F4304}"/>
              </a:ext>
            </a:extLst>
          </p:cNvPr>
          <p:cNvSpPr/>
          <p:nvPr/>
        </p:nvSpPr>
        <p:spPr>
          <a:xfrm flipH="1">
            <a:off x="539988" y="599368"/>
            <a:ext cx="3783818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6A807E-D2BE-4B85-AAAF-F5BA6C0C7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6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Methodology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C35DF6-F1F9-70E4-55A1-471CE3072972}"/>
              </a:ext>
            </a:extLst>
          </p:cNvPr>
          <p:cNvSpPr/>
          <p:nvPr/>
        </p:nvSpPr>
        <p:spPr>
          <a:xfrm>
            <a:off x="0" y="599368"/>
            <a:ext cx="399456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Corbel" panose="020B0503020204020204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485D56-803E-EC4B-5B32-05D15018E431}"/>
              </a:ext>
            </a:extLst>
          </p:cNvPr>
          <p:cNvSpPr/>
          <p:nvPr/>
        </p:nvSpPr>
        <p:spPr>
          <a:xfrm>
            <a:off x="11562930" y="0"/>
            <a:ext cx="629070" cy="6858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4C2D3B7-1FE4-4C22-75F1-0B59AA31A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5157" y="6310312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1FAE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1FAE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29CD41D-01DA-3CA5-01BE-3D9362A32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690688"/>
            <a:ext cx="10233800" cy="4567944"/>
          </a:xfrm>
          <a:solidFill>
            <a:schemeClr val="tx1"/>
          </a:solidFill>
          <a:effectLst/>
        </p:spPr>
        <p:txBody>
          <a:bodyPr>
            <a:normAutofit/>
          </a:bodyPr>
          <a:lstStyle/>
          <a:p>
            <a:pPr marL="141288" lvl="1" indent="0">
              <a:lnSpc>
                <a:spcPct val="80000"/>
              </a:lnSpc>
              <a:spcBef>
                <a:spcPts val="1000"/>
              </a:spcBef>
              <a:buNone/>
            </a:pPr>
            <a:endParaRPr lang="en-GB" sz="2600" dirty="0">
              <a:solidFill>
                <a:srgbClr val="003261"/>
              </a:solidFill>
            </a:endParaRPr>
          </a:p>
          <a:p>
            <a:pPr marL="141288" lvl="1" indent="0">
              <a:lnSpc>
                <a:spcPct val="80000"/>
              </a:lnSpc>
              <a:spcBef>
                <a:spcPts val="1000"/>
              </a:spcBef>
              <a:buNone/>
            </a:pPr>
            <a:r>
              <a:rPr lang="en-GB" sz="2600" dirty="0">
                <a:solidFill>
                  <a:srgbClr val="003261"/>
                </a:solidFill>
              </a:rPr>
              <a:t>How do you plan to answer the RQ?</a:t>
            </a:r>
          </a:p>
          <a:p>
            <a:pPr marL="854075" lvl="1" indent="-439738">
              <a:lnSpc>
                <a:spcPct val="80000"/>
              </a:lnSpc>
              <a:spcBef>
                <a:spcPts val="1000"/>
              </a:spcBef>
            </a:pPr>
            <a:r>
              <a:rPr lang="en-GB" sz="2600" dirty="0">
                <a:solidFill>
                  <a:srgbClr val="003261"/>
                </a:solidFill>
              </a:rPr>
              <a:t>What research methodology will underpin your analysis?</a:t>
            </a:r>
          </a:p>
          <a:p>
            <a:pPr marL="854075" lvl="1" indent="-439738">
              <a:lnSpc>
                <a:spcPct val="80000"/>
              </a:lnSpc>
              <a:spcBef>
                <a:spcPts val="1000"/>
              </a:spcBef>
            </a:pPr>
            <a:r>
              <a:rPr lang="en-GB" sz="2600" dirty="0">
                <a:solidFill>
                  <a:srgbClr val="003261"/>
                </a:solidFill>
              </a:rPr>
              <a:t>What methods will you use?</a:t>
            </a:r>
          </a:p>
          <a:p>
            <a:pPr marL="854075" lvl="1" indent="-439738">
              <a:lnSpc>
                <a:spcPct val="80000"/>
              </a:lnSpc>
              <a:spcBef>
                <a:spcPts val="1000"/>
              </a:spcBef>
            </a:pPr>
            <a:r>
              <a:rPr lang="en-GB" sz="2600" dirty="0">
                <a:solidFill>
                  <a:srgbClr val="003261"/>
                </a:solidFill>
              </a:rPr>
              <a:t>What is the relationship between your methodological approach and that used by existing scholarship (see Context).</a:t>
            </a:r>
          </a:p>
          <a:p>
            <a:pPr marL="141288" lvl="1" indent="0">
              <a:lnSpc>
                <a:spcPct val="80000"/>
              </a:lnSpc>
              <a:spcBef>
                <a:spcPts val="1000"/>
              </a:spcBef>
              <a:buNone/>
            </a:pPr>
            <a:endParaRPr lang="en-GB" sz="2600" dirty="0">
              <a:solidFill>
                <a:srgbClr val="003261"/>
              </a:solidFill>
            </a:endParaRPr>
          </a:p>
          <a:p>
            <a:pPr marL="141288" lvl="1" indent="0">
              <a:lnSpc>
                <a:spcPct val="80000"/>
              </a:lnSpc>
              <a:spcBef>
                <a:spcPts val="1000"/>
              </a:spcBef>
              <a:buNone/>
            </a:pPr>
            <a:r>
              <a:rPr lang="en-GB" sz="2600" dirty="0">
                <a:solidFill>
                  <a:srgbClr val="003261"/>
                </a:solidFill>
              </a:rPr>
              <a:t>Please refer to the Handout for more specific “Guiding Questions”.</a:t>
            </a:r>
          </a:p>
        </p:txBody>
      </p:sp>
    </p:spTree>
    <p:extLst>
      <p:ext uri="{BB962C8B-B14F-4D97-AF65-F5344CB8AC3E}">
        <p14:creationId xmlns:p14="http://schemas.microsoft.com/office/powerpoint/2010/main" val="3464232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B715AF-9AF4-0140-9F4D-F624F1B61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2B4B3ED-286B-52F5-73B9-322ADA0B44D7}"/>
              </a:ext>
            </a:extLst>
          </p:cNvPr>
          <p:cNvSpPr/>
          <p:nvPr/>
        </p:nvSpPr>
        <p:spPr>
          <a:xfrm flipH="1">
            <a:off x="539988" y="599368"/>
            <a:ext cx="2137241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58FF0-4287-0678-10DC-FF72EBE36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6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Ethics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F3F1E2-AA98-6B28-8E99-B142F20FB8E3}"/>
              </a:ext>
            </a:extLst>
          </p:cNvPr>
          <p:cNvSpPr/>
          <p:nvPr/>
        </p:nvSpPr>
        <p:spPr>
          <a:xfrm>
            <a:off x="0" y="599368"/>
            <a:ext cx="399456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Corbel" panose="020B0503020204020204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4D28BC-E75C-9CCD-0BC5-B15662153A98}"/>
              </a:ext>
            </a:extLst>
          </p:cNvPr>
          <p:cNvSpPr/>
          <p:nvPr/>
        </p:nvSpPr>
        <p:spPr>
          <a:xfrm>
            <a:off x="11562930" y="0"/>
            <a:ext cx="629070" cy="6858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FCBF93C-A074-28B2-7AF9-694E71B30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5157" y="6310312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1FAE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1FAE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1CB9767-14FA-BCFB-7E60-85E561496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690688"/>
            <a:ext cx="10233800" cy="4567944"/>
          </a:xfrm>
          <a:solidFill>
            <a:schemeClr val="tx1"/>
          </a:solidFill>
          <a:effectLst/>
        </p:spPr>
        <p:txBody>
          <a:bodyPr>
            <a:normAutofit/>
          </a:bodyPr>
          <a:lstStyle/>
          <a:p>
            <a:pPr marL="141288" lvl="1" indent="0">
              <a:lnSpc>
                <a:spcPct val="80000"/>
              </a:lnSpc>
              <a:spcBef>
                <a:spcPts val="1000"/>
              </a:spcBef>
              <a:buNone/>
            </a:pPr>
            <a:endParaRPr lang="en-GB" sz="2600" dirty="0">
              <a:solidFill>
                <a:srgbClr val="003261"/>
              </a:solidFill>
            </a:endParaRPr>
          </a:p>
          <a:p>
            <a:pPr marL="141288" lvl="1" indent="0">
              <a:lnSpc>
                <a:spcPct val="80000"/>
              </a:lnSpc>
              <a:spcBef>
                <a:spcPts val="1000"/>
              </a:spcBef>
              <a:buNone/>
            </a:pPr>
            <a:endParaRPr lang="en-GB" sz="2600" dirty="0">
              <a:solidFill>
                <a:srgbClr val="003261"/>
              </a:solidFill>
            </a:endParaRPr>
          </a:p>
          <a:p>
            <a:pPr marL="141288" lvl="1" indent="0">
              <a:lnSpc>
                <a:spcPct val="80000"/>
              </a:lnSpc>
              <a:spcBef>
                <a:spcPts val="1000"/>
              </a:spcBef>
              <a:buNone/>
            </a:pPr>
            <a:r>
              <a:rPr lang="en-GB" sz="2600" dirty="0">
                <a:solidFill>
                  <a:srgbClr val="003261"/>
                </a:solidFill>
              </a:rPr>
              <a:t>Do you envision any ethical issues in the development of your research? </a:t>
            </a:r>
          </a:p>
          <a:p>
            <a:pPr marL="141288" lvl="1" indent="0">
              <a:lnSpc>
                <a:spcPct val="80000"/>
              </a:lnSpc>
              <a:spcBef>
                <a:spcPts val="1000"/>
              </a:spcBef>
              <a:buNone/>
            </a:pPr>
            <a:endParaRPr lang="en-GB" sz="2600" dirty="0">
              <a:solidFill>
                <a:srgbClr val="003261"/>
              </a:solidFill>
            </a:endParaRPr>
          </a:p>
          <a:p>
            <a:pPr marL="141288" lvl="1" indent="0">
              <a:lnSpc>
                <a:spcPct val="80000"/>
              </a:lnSpc>
              <a:spcBef>
                <a:spcPts val="1000"/>
              </a:spcBef>
              <a:buNone/>
            </a:pPr>
            <a:r>
              <a:rPr lang="en-GB" sz="2600" dirty="0">
                <a:solidFill>
                  <a:srgbClr val="003261"/>
                </a:solidFill>
              </a:rPr>
              <a:t>How do you plan to mitigate them?</a:t>
            </a:r>
          </a:p>
        </p:txBody>
      </p:sp>
    </p:spTree>
    <p:extLst>
      <p:ext uri="{BB962C8B-B14F-4D97-AF65-F5344CB8AC3E}">
        <p14:creationId xmlns:p14="http://schemas.microsoft.com/office/powerpoint/2010/main" val="1293389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31A49-FD09-C816-47D4-5600DFF8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B8E7E-368B-6B03-4FC8-0BAE4F7A4100}"/>
              </a:ext>
            </a:extLst>
          </p:cNvPr>
          <p:cNvSpPr/>
          <p:nvPr/>
        </p:nvSpPr>
        <p:spPr>
          <a:xfrm flipH="1">
            <a:off x="539987" y="599368"/>
            <a:ext cx="2373029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5C9135-CBF0-7134-FAA5-6A55B65B7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6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Impact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2B3A7-4397-2948-3BE5-7C00A5641920}"/>
              </a:ext>
            </a:extLst>
          </p:cNvPr>
          <p:cNvSpPr/>
          <p:nvPr/>
        </p:nvSpPr>
        <p:spPr>
          <a:xfrm>
            <a:off x="0" y="599368"/>
            <a:ext cx="399456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Corbel" panose="020B0503020204020204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6E2A0D-60D1-EA3A-65EC-B788B44D4F3A}"/>
              </a:ext>
            </a:extLst>
          </p:cNvPr>
          <p:cNvSpPr/>
          <p:nvPr/>
        </p:nvSpPr>
        <p:spPr>
          <a:xfrm>
            <a:off x="11562930" y="0"/>
            <a:ext cx="629070" cy="6858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7040D6-C0A5-ABF2-98B4-7DCD7910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5157" y="6310312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1FAE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1FAE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B2E4E2E-7699-7A5E-C1E1-7B8706F6E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690688"/>
            <a:ext cx="10233800" cy="4567944"/>
          </a:xfrm>
          <a:solidFill>
            <a:schemeClr val="tx1"/>
          </a:solidFill>
          <a:effectLst/>
        </p:spPr>
        <p:txBody>
          <a:bodyPr>
            <a:normAutofit/>
          </a:bodyPr>
          <a:lstStyle/>
          <a:p>
            <a:pPr marL="180975" lvl="1" indent="0">
              <a:lnSpc>
                <a:spcPct val="80000"/>
              </a:lnSpc>
              <a:spcBef>
                <a:spcPts val="1000"/>
              </a:spcBef>
              <a:buNone/>
            </a:pPr>
            <a:r>
              <a:rPr lang="en-GB" sz="2600" dirty="0">
                <a:solidFill>
                  <a:srgbClr val="003261"/>
                </a:solidFill>
              </a:rPr>
              <a:t>What is the purpose driving your research?</a:t>
            </a:r>
          </a:p>
          <a:p>
            <a:pPr marL="711200" lvl="1" indent="-309563">
              <a:lnSpc>
                <a:spcPct val="80000"/>
              </a:lnSpc>
              <a:spcBef>
                <a:spcPts val="1000"/>
              </a:spcBef>
            </a:pPr>
            <a:r>
              <a:rPr lang="en-GB" sz="2600" dirty="0">
                <a:solidFill>
                  <a:srgbClr val="003261"/>
                </a:solidFill>
              </a:rPr>
              <a:t>Simply getting the credits. Yet why not do purposeful research anyway? It’s one of the assessment criteria!</a:t>
            </a:r>
          </a:p>
          <a:p>
            <a:pPr marL="711200" lvl="1" indent="-309563">
              <a:lnSpc>
                <a:spcPct val="80000"/>
              </a:lnSpc>
              <a:spcBef>
                <a:spcPts val="1000"/>
              </a:spcBef>
            </a:pPr>
            <a:r>
              <a:rPr lang="en-GB" sz="2600" dirty="0">
                <a:solidFill>
                  <a:srgbClr val="003261"/>
                </a:solidFill>
              </a:rPr>
              <a:t>Making a contribution. What value will your research have?</a:t>
            </a:r>
          </a:p>
          <a:p>
            <a:pPr marL="1165225" lvl="2" indent="-336550">
              <a:lnSpc>
                <a:spcPct val="80000"/>
              </a:lnSpc>
              <a:spcBef>
                <a:spcPts val="1000"/>
              </a:spcBef>
            </a:pPr>
            <a:r>
              <a:rPr lang="en-GB" sz="2200" dirty="0">
                <a:solidFill>
                  <a:srgbClr val="003261"/>
                </a:solidFill>
              </a:rPr>
              <a:t>Academic (see Context): necessary AND sufficient</a:t>
            </a:r>
          </a:p>
          <a:p>
            <a:pPr marL="1165225" lvl="2" indent="-336550">
              <a:lnSpc>
                <a:spcPct val="80000"/>
              </a:lnSpc>
              <a:spcBef>
                <a:spcPts val="1000"/>
              </a:spcBef>
            </a:pPr>
            <a:r>
              <a:rPr lang="en-GB" sz="2200" dirty="0">
                <a:solidFill>
                  <a:srgbClr val="003261"/>
                </a:solidFill>
              </a:rPr>
              <a:t>Non-academic (e.g. practical applications, relevance for policy, etc): neither necessary NOR sufficient, but it may connect to the purpose of your research</a:t>
            </a:r>
          </a:p>
        </p:txBody>
      </p:sp>
    </p:spTree>
    <p:extLst>
      <p:ext uri="{BB962C8B-B14F-4D97-AF65-F5344CB8AC3E}">
        <p14:creationId xmlns:p14="http://schemas.microsoft.com/office/powerpoint/2010/main" val="712480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668D75-2D12-31E6-AE3B-E3C4BE15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D4E60B8-C5E4-B77F-6538-4E6453FAAFE1}"/>
              </a:ext>
            </a:extLst>
          </p:cNvPr>
          <p:cNvSpPr/>
          <p:nvPr/>
        </p:nvSpPr>
        <p:spPr>
          <a:xfrm flipH="1">
            <a:off x="539987" y="599368"/>
            <a:ext cx="2373029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B616A-E720-71D5-84F0-F756DEEC7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6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Logic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C49CE2-D828-BBDA-625D-08EAB3230B93}"/>
              </a:ext>
            </a:extLst>
          </p:cNvPr>
          <p:cNvSpPr/>
          <p:nvPr/>
        </p:nvSpPr>
        <p:spPr>
          <a:xfrm>
            <a:off x="0" y="599368"/>
            <a:ext cx="399456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Corbel" panose="020B0503020204020204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CF79E3-E157-4677-A0E9-C38217361DBC}"/>
              </a:ext>
            </a:extLst>
          </p:cNvPr>
          <p:cNvSpPr/>
          <p:nvPr/>
        </p:nvSpPr>
        <p:spPr>
          <a:xfrm>
            <a:off x="11562930" y="0"/>
            <a:ext cx="629070" cy="6858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05866BD-2E76-E07E-9127-3CE8AF5B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5157" y="6310312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1FAE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1FAE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D10A999-3C65-8C56-2357-99CEC87932AC}"/>
              </a:ext>
            </a:extLst>
          </p:cNvPr>
          <p:cNvSpPr/>
          <p:nvPr/>
        </p:nvSpPr>
        <p:spPr>
          <a:xfrm>
            <a:off x="7409288" y="2064494"/>
            <a:ext cx="2541600" cy="522000"/>
          </a:xfrm>
          <a:prstGeom prst="roundRect">
            <a:avLst/>
          </a:prstGeom>
          <a:solidFill>
            <a:srgbClr val="033261"/>
          </a:solidFill>
          <a:ln>
            <a:solidFill>
              <a:srgbClr val="0332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2400" dirty="0"/>
              <a:t>Overview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AB3EA48-ED13-6712-53B6-1E33F622B35B}"/>
              </a:ext>
            </a:extLst>
          </p:cNvPr>
          <p:cNvSpPr/>
          <p:nvPr/>
        </p:nvSpPr>
        <p:spPr>
          <a:xfrm>
            <a:off x="7409288" y="2885135"/>
            <a:ext cx="2541600" cy="522000"/>
          </a:xfrm>
          <a:prstGeom prst="roundRect">
            <a:avLst/>
          </a:prstGeom>
          <a:solidFill>
            <a:srgbClr val="033261"/>
          </a:solidFill>
          <a:ln>
            <a:solidFill>
              <a:srgbClr val="0332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2400" dirty="0"/>
              <a:t>Context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3325ABC-774D-F4A9-B1D5-8466C3080AAE}"/>
              </a:ext>
            </a:extLst>
          </p:cNvPr>
          <p:cNvSpPr/>
          <p:nvPr/>
        </p:nvSpPr>
        <p:spPr>
          <a:xfrm>
            <a:off x="7409288" y="3705776"/>
            <a:ext cx="2541600" cy="522000"/>
          </a:xfrm>
          <a:prstGeom prst="roundRect">
            <a:avLst/>
          </a:prstGeom>
          <a:solidFill>
            <a:srgbClr val="033261"/>
          </a:solidFill>
          <a:ln>
            <a:solidFill>
              <a:srgbClr val="0332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2400" dirty="0"/>
              <a:t>Methodology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EA887BE-606B-CF03-AAD8-F48067E70C5A}"/>
              </a:ext>
            </a:extLst>
          </p:cNvPr>
          <p:cNvSpPr/>
          <p:nvPr/>
        </p:nvSpPr>
        <p:spPr>
          <a:xfrm>
            <a:off x="7409288" y="4526417"/>
            <a:ext cx="2541600" cy="522000"/>
          </a:xfrm>
          <a:prstGeom prst="roundRect">
            <a:avLst/>
          </a:prstGeom>
          <a:solidFill>
            <a:srgbClr val="033261"/>
          </a:solidFill>
          <a:ln>
            <a:solidFill>
              <a:srgbClr val="0332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2400" dirty="0"/>
              <a:t>Ethics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C029006-DF44-A192-33F0-455583306A97}"/>
              </a:ext>
            </a:extLst>
          </p:cNvPr>
          <p:cNvSpPr/>
          <p:nvPr/>
        </p:nvSpPr>
        <p:spPr>
          <a:xfrm>
            <a:off x="7409288" y="5347058"/>
            <a:ext cx="2541600" cy="522000"/>
          </a:xfrm>
          <a:prstGeom prst="roundRect">
            <a:avLst/>
          </a:prstGeom>
          <a:solidFill>
            <a:srgbClr val="033261"/>
          </a:solidFill>
          <a:ln>
            <a:solidFill>
              <a:srgbClr val="0332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2400" dirty="0"/>
              <a:t>Impact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A0C5B30-17E3-2C43-ACB8-C08CC781CE7C}"/>
              </a:ext>
            </a:extLst>
          </p:cNvPr>
          <p:cNvSpPr/>
          <p:nvPr/>
        </p:nvSpPr>
        <p:spPr>
          <a:xfrm>
            <a:off x="1640654" y="1773805"/>
            <a:ext cx="2544723" cy="519306"/>
          </a:xfrm>
          <a:prstGeom prst="roundRect">
            <a:avLst/>
          </a:prstGeom>
          <a:solidFill>
            <a:srgbClr val="B88D00"/>
          </a:solidFill>
          <a:ln>
            <a:solidFill>
              <a:srgbClr val="0332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2400" dirty="0">
                <a:solidFill>
                  <a:srgbClr val="033261"/>
                </a:solidFill>
              </a:rPr>
              <a:t>Purpose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751A491-BE3D-B01F-B892-503745C80097}"/>
              </a:ext>
            </a:extLst>
          </p:cNvPr>
          <p:cNvSpPr/>
          <p:nvPr/>
        </p:nvSpPr>
        <p:spPr>
          <a:xfrm>
            <a:off x="1640654" y="2558052"/>
            <a:ext cx="2544723" cy="519306"/>
          </a:xfrm>
          <a:prstGeom prst="roundRect">
            <a:avLst/>
          </a:prstGeom>
          <a:solidFill>
            <a:srgbClr val="B88D00"/>
          </a:solidFill>
          <a:ln>
            <a:solidFill>
              <a:srgbClr val="0332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2400" dirty="0">
                <a:solidFill>
                  <a:srgbClr val="033261"/>
                </a:solidFill>
              </a:rPr>
              <a:t>Aim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FDBC1F9-FA02-BE22-2D5E-6ECD3D51AD25}"/>
              </a:ext>
            </a:extLst>
          </p:cNvPr>
          <p:cNvSpPr/>
          <p:nvPr/>
        </p:nvSpPr>
        <p:spPr>
          <a:xfrm>
            <a:off x="1640654" y="3343714"/>
            <a:ext cx="2544723" cy="519306"/>
          </a:xfrm>
          <a:prstGeom prst="roundRect">
            <a:avLst/>
          </a:prstGeom>
          <a:solidFill>
            <a:srgbClr val="B88D00"/>
          </a:solidFill>
          <a:ln>
            <a:solidFill>
              <a:srgbClr val="0332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2400" dirty="0">
                <a:solidFill>
                  <a:srgbClr val="033261"/>
                </a:solidFill>
              </a:rPr>
              <a:t>RQ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B91AFB1-6866-61F7-B512-2CDC059E085D}"/>
              </a:ext>
            </a:extLst>
          </p:cNvPr>
          <p:cNvSpPr/>
          <p:nvPr/>
        </p:nvSpPr>
        <p:spPr>
          <a:xfrm>
            <a:off x="1640654" y="4129376"/>
            <a:ext cx="2544723" cy="519306"/>
          </a:xfrm>
          <a:prstGeom prst="roundRect">
            <a:avLst/>
          </a:prstGeom>
          <a:solidFill>
            <a:srgbClr val="B88D00"/>
          </a:solidFill>
          <a:ln>
            <a:solidFill>
              <a:srgbClr val="0332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2400" dirty="0">
                <a:solidFill>
                  <a:srgbClr val="033261"/>
                </a:solidFill>
              </a:rPr>
              <a:t>Lit review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CD1D66-DEEC-73C8-5628-2399755B0137}"/>
              </a:ext>
            </a:extLst>
          </p:cNvPr>
          <p:cNvSpPr/>
          <p:nvPr/>
        </p:nvSpPr>
        <p:spPr>
          <a:xfrm>
            <a:off x="1640654" y="4915038"/>
            <a:ext cx="2544723" cy="519306"/>
          </a:xfrm>
          <a:prstGeom prst="roundRect">
            <a:avLst/>
          </a:prstGeom>
          <a:solidFill>
            <a:srgbClr val="B88D00"/>
          </a:solidFill>
          <a:ln>
            <a:solidFill>
              <a:srgbClr val="0332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2400" dirty="0">
                <a:solidFill>
                  <a:srgbClr val="033261"/>
                </a:solidFill>
              </a:rPr>
              <a:t>Methodology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D74EB2D-19D9-E1FC-EF51-0597880BE673}"/>
              </a:ext>
            </a:extLst>
          </p:cNvPr>
          <p:cNvSpPr/>
          <p:nvPr/>
        </p:nvSpPr>
        <p:spPr>
          <a:xfrm>
            <a:off x="1640654" y="5700700"/>
            <a:ext cx="2544723" cy="519306"/>
          </a:xfrm>
          <a:prstGeom prst="roundRect">
            <a:avLst/>
          </a:prstGeom>
          <a:solidFill>
            <a:srgbClr val="B88D00"/>
          </a:solidFill>
          <a:ln>
            <a:solidFill>
              <a:srgbClr val="0332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2400" dirty="0">
                <a:solidFill>
                  <a:srgbClr val="033261"/>
                </a:solidFill>
              </a:rPr>
              <a:t>Ethics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D0E8B8-C427-6122-AA82-F52194FC3E22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2913016" y="2293111"/>
            <a:ext cx="0" cy="264941"/>
          </a:xfrm>
          <a:prstGeom prst="straightConnector1">
            <a:avLst/>
          </a:prstGeom>
          <a:ln w="38100">
            <a:solidFill>
              <a:srgbClr val="B88D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8483B2E-6C4F-4E52-A19F-BD7CB1246DA4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2913016" y="3077358"/>
            <a:ext cx="0" cy="266356"/>
          </a:xfrm>
          <a:prstGeom prst="straightConnector1">
            <a:avLst/>
          </a:prstGeom>
          <a:ln w="38100">
            <a:solidFill>
              <a:srgbClr val="B88D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D2CDC8A-D482-F7A7-2FF4-DEDF1097821C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2913016" y="4648682"/>
            <a:ext cx="0" cy="266356"/>
          </a:xfrm>
          <a:prstGeom prst="straightConnector1">
            <a:avLst/>
          </a:prstGeom>
          <a:ln w="38100">
            <a:solidFill>
              <a:srgbClr val="B88D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7503E4-4EED-493E-5EF7-03BA6C400EB5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>
            <a:off x="2913016" y="5434344"/>
            <a:ext cx="0" cy="266356"/>
          </a:xfrm>
          <a:prstGeom prst="straightConnector1">
            <a:avLst/>
          </a:prstGeom>
          <a:ln w="38100">
            <a:solidFill>
              <a:srgbClr val="B88D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876891C-07E7-DD15-C198-70DA1A51D060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>
            <a:off x="4185377" y="2033458"/>
            <a:ext cx="3223911" cy="3574600"/>
          </a:xfrm>
          <a:prstGeom prst="straightConnector1">
            <a:avLst/>
          </a:prstGeom>
          <a:ln w="38100">
            <a:solidFill>
              <a:srgbClr val="03326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3754237-4834-D09C-5A1B-29D31643F278}"/>
              </a:ext>
            </a:extLst>
          </p:cNvPr>
          <p:cNvCxnSpPr>
            <a:cxnSpLocks/>
            <a:stCxn id="14" idx="3"/>
            <a:endCxn id="3" idx="1"/>
          </p:cNvCxnSpPr>
          <p:nvPr/>
        </p:nvCxnSpPr>
        <p:spPr>
          <a:xfrm flipV="1">
            <a:off x="4185377" y="2325494"/>
            <a:ext cx="3223911" cy="492211"/>
          </a:xfrm>
          <a:prstGeom prst="straightConnector1">
            <a:avLst/>
          </a:prstGeom>
          <a:ln w="38100">
            <a:solidFill>
              <a:srgbClr val="03326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8117111-CD58-E739-B71F-712CBE189D99}"/>
              </a:ext>
            </a:extLst>
          </p:cNvPr>
          <p:cNvCxnSpPr>
            <a:cxnSpLocks/>
            <a:stCxn id="15" idx="3"/>
            <a:endCxn id="3" idx="1"/>
          </p:cNvCxnSpPr>
          <p:nvPr/>
        </p:nvCxnSpPr>
        <p:spPr>
          <a:xfrm flipV="1">
            <a:off x="4185377" y="2325494"/>
            <a:ext cx="3223911" cy="1277873"/>
          </a:xfrm>
          <a:prstGeom prst="straightConnector1">
            <a:avLst/>
          </a:prstGeom>
          <a:ln w="38100">
            <a:solidFill>
              <a:srgbClr val="03326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CF18757-8EF9-5C2A-A6D5-3DE413574064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 flipV="1">
            <a:off x="4185377" y="3146135"/>
            <a:ext cx="3223911" cy="1242894"/>
          </a:xfrm>
          <a:prstGeom prst="straightConnector1">
            <a:avLst/>
          </a:prstGeom>
          <a:ln w="38100">
            <a:solidFill>
              <a:srgbClr val="03326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D742EAC-A5C0-8B58-21F5-E32321CF0C5F}"/>
              </a:ext>
            </a:extLst>
          </p:cNvPr>
          <p:cNvCxnSpPr>
            <a:cxnSpLocks/>
            <a:stCxn id="17" idx="3"/>
            <a:endCxn id="5" idx="1"/>
          </p:cNvCxnSpPr>
          <p:nvPr/>
        </p:nvCxnSpPr>
        <p:spPr>
          <a:xfrm flipV="1">
            <a:off x="4185377" y="3966776"/>
            <a:ext cx="3223911" cy="1207915"/>
          </a:xfrm>
          <a:prstGeom prst="straightConnector1">
            <a:avLst/>
          </a:prstGeom>
          <a:ln w="38100">
            <a:solidFill>
              <a:srgbClr val="03326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3D2FAD0-F3E3-CD7F-108C-D1A893337D01}"/>
              </a:ext>
            </a:extLst>
          </p:cNvPr>
          <p:cNvCxnSpPr>
            <a:cxnSpLocks/>
            <a:stCxn id="18" idx="3"/>
            <a:endCxn id="11" idx="1"/>
          </p:cNvCxnSpPr>
          <p:nvPr/>
        </p:nvCxnSpPr>
        <p:spPr>
          <a:xfrm flipV="1">
            <a:off x="4185377" y="4787417"/>
            <a:ext cx="3223911" cy="1172936"/>
          </a:xfrm>
          <a:prstGeom prst="straightConnector1">
            <a:avLst/>
          </a:prstGeom>
          <a:ln w="38100">
            <a:solidFill>
              <a:srgbClr val="03326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86C4D2AA-63F6-A89C-1BE4-65C6B3D5EE3C}"/>
              </a:ext>
            </a:extLst>
          </p:cNvPr>
          <p:cNvCxnSpPr>
            <a:stCxn id="15" idx="1"/>
            <a:endCxn id="16" idx="1"/>
          </p:cNvCxnSpPr>
          <p:nvPr/>
        </p:nvCxnSpPr>
        <p:spPr>
          <a:xfrm rot="10800000" flipV="1">
            <a:off x="1640654" y="3603367"/>
            <a:ext cx="12700" cy="785662"/>
          </a:xfrm>
          <a:prstGeom prst="curvedConnector3">
            <a:avLst>
              <a:gd name="adj1" fmla="val 1800000"/>
            </a:avLst>
          </a:prstGeom>
          <a:ln w="38100">
            <a:solidFill>
              <a:srgbClr val="B88D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DEF87196-7429-5EF2-4411-BC89F6E68E1C}"/>
              </a:ext>
            </a:extLst>
          </p:cNvPr>
          <p:cNvCxnSpPr>
            <a:stCxn id="16" idx="3"/>
            <a:endCxn id="15" idx="3"/>
          </p:cNvCxnSpPr>
          <p:nvPr/>
        </p:nvCxnSpPr>
        <p:spPr>
          <a:xfrm flipV="1">
            <a:off x="4185377" y="3603367"/>
            <a:ext cx="12700" cy="785662"/>
          </a:xfrm>
          <a:prstGeom prst="curvedConnector3">
            <a:avLst>
              <a:gd name="adj1" fmla="val 1800000"/>
            </a:avLst>
          </a:prstGeom>
          <a:ln w="38100">
            <a:solidFill>
              <a:srgbClr val="B88D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532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0D0C56-6EFC-7CED-9A8C-63E4ECF1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91C070-35A3-A688-FF50-0B2D0F1F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5F3605-D44C-0BA2-3BF7-1B8752BEAB7A}"/>
              </a:ext>
            </a:extLst>
          </p:cNvPr>
          <p:cNvSpPr/>
          <p:nvPr/>
        </p:nvSpPr>
        <p:spPr>
          <a:xfrm>
            <a:off x="1779185" y="2353715"/>
            <a:ext cx="10412815" cy="3162925"/>
          </a:xfrm>
          <a:prstGeom prst="rect">
            <a:avLst/>
          </a:prstGeom>
          <a:solidFill>
            <a:srgbClr val="B88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A0BE0-5220-4C91-01DB-753B14B119B1}"/>
              </a:ext>
            </a:extLst>
          </p:cNvPr>
          <p:cNvSpPr/>
          <p:nvPr/>
        </p:nvSpPr>
        <p:spPr>
          <a:xfrm>
            <a:off x="0" y="539646"/>
            <a:ext cx="10852879" cy="4137285"/>
          </a:xfrm>
          <a:prstGeom prst="rect">
            <a:avLst/>
          </a:prstGeom>
          <a:solidFill>
            <a:srgbClr val="003261"/>
          </a:solidFill>
          <a:ln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4F1669-34DA-59BE-60F7-23A058FC5CA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9FAF5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Table of contents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B7E4D4A3-9CAB-52AC-7995-F17B55938FA8}"/>
              </a:ext>
            </a:extLst>
          </p:cNvPr>
          <p:cNvGraphicFramePr>
            <a:graphicFrameLocks noGrp="1"/>
          </p:cNvGraphicFramePr>
          <p:nvPr/>
        </p:nvGraphicFramePr>
        <p:xfrm>
          <a:off x="2608288" y="1865209"/>
          <a:ext cx="3019624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6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Intended Learning Outcomes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20B4AE7-5933-56E2-6671-71ED25300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40468"/>
              </p:ext>
            </p:extLst>
          </p:nvPr>
        </p:nvGraphicFramePr>
        <p:xfrm>
          <a:off x="2608287" y="271864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Elements and internal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665F868-B3B4-3D08-8510-D27C14AA1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062291"/>
              </p:ext>
            </p:extLst>
          </p:nvPr>
        </p:nvGraphicFramePr>
        <p:xfrm>
          <a:off x="2608287" y="357208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/>
                          </a:solidFill>
                        </a:rPr>
                        <a:t>3</a:t>
                      </a:r>
                      <a:endParaRPr lang="en-US" b="0" dirty="0">
                        <a:solidFill>
                          <a:schemeClr val="lt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/>
                          </a:solidFill>
                        </a:rPr>
                        <a:t>Guiding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EAAA9DB-785F-3052-3805-F4CFF8588681}"/>
              </a:ext>
            </a:extLst>
          </p:cNvPr>
          <p:cNvGraphicFramePr>
            <a:graphicFrameLocks noGrp="1"/>
          </p:cNvGraphicFramePr>
          <p:nvPr/>
        </p:nvGraphicFramePr>
        <p:xfrm>
          <a:off x="6457015" y="186520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4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Tips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6FCA02D-E01F-891E-25EC-663D93EEB8CF}"/>
              </a:ext>
            </a:extLst>
          </p:cNvPr>
          <p:cNvGraphicFramePr>
            <a:graphicFrameLocks noGrp="1"/>
          </p:cNvGraphicFramePr>
          <p:nvPr/>
        </p:nvGraphicFramePr>
        <p:xfrm>
          <a:off x="6457015" y="271864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5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Supporting materials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C3A465D-3D4C-95E2-61F6-2532BEBB939C}"/>
              </a:ext>
            </a:extLst>
          </p:cNvPr>
          <p:cNvGraphicFramePr>
            <a:graphicFrameLocks noGrp="1"/>
          </p:cNvGraphicFramePr>
          <p:nvPr/>
        </p:nvGraphicFramePr>
        <p:xfrm>
          <a:off x="6457015" y="357208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6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Q &amp;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346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3F5FF-40F3-24F8-3A99-7C7DCD4AB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33F798-D4E6-C732-EC65-C1ED41C39259}"/>
              </a:ext>
            </a:extLst>
          </p:cNvPr>
          <p:cNvSpPr/>
          <p:nvPr/>
        </p:nvSpPr>
        <p:spPr>
          <a:xfrm flipH="1">
            <a:off x="539991" y="599368"/>
            <a:ext cx="4175699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B77BE8-E822-EC0A-F4EB-F41631022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6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Your first draft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84254B-89B1-6D4B-E269-56401FB44744}"/>
              </a:ext>
            </a:extLst>
          </p:cNvPr>
          <p:cNvSpPr/>
          <p:nvPr/>
        </p:nvSpPr>
        <p:spPr>
          <a:xfrm>
            <a:off x="0" y="599368"/>
            <a:ext cx="399456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399605-61CE-7F5B-B47C-3EE993CDA6F4}"/>
              </a:ext>
            </a:extLst>
          </p:cNvPr>
          <p:cNvSpPr/>
          <p:nvPr/>
        </p:nvSpPr>
        <p:spPr>
          <a:xfrm>
            <a:off x="11562930" y="0"/>
            <a:ext cx="629070" cy="6858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F92D440-4A87-E310-5448-3475FAAC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5157" y="6310312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1FAE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1FAE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642032F-877D-CE9D-EC52-A84DF4FB6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690688"/>
            <a:ext cx="10233800" cy="4567944"/>
          </a:xfrm>
          <a:solidFill>
            <a:schemeClr val="tx1"/>
          </a:solidFill>
          <a:effectLst/>
        </p:spPr>
        <p:txBody>
          <a:bodyPr>
            <a:normAutofit fontScale="92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GB" sz="3000" dirty="0">
                <a:solidFill>
                  <a:srgbClr val="003261"/>
                </a:solidFill>
              </a:rPr>
              <a:t>What is the research question you want to address in your dissertation?</a:t>
            </a:r>
            <a:endParaRPr lang="en-ES" sz="3000" dirty="0">
              <a:solidFill>
                <a:srgbClr val="003261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GB" sz="3000" dirty="0">
                <a:solidFill>
                  <a:srgbClr val="003261"/>
                </a:solidFill>
              </a:rPr>
              <a:t>What is the overall aim of the dissertation? What are you trying to achieve by addressing the research question identified in Question 1?</a:t>
            </a:r>
            <a:endParaRPr lang="en-ES" sz="3000" dirty="0">
              <a:solidFill>
                <a:srgbClr val="003261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GB" sz="3000" dirty="0">
                <a:solidFill>
                  <a:srgbClr val="003261"/>
                </a:solidFill>
              </a:rPr>
              <a:t>What academic scholarship is relevant for the aim of your dissertation? Relatedly, how will that scholarship be relevant for your dissertation? [NB: “track-bound” vs “disruptive” approaches to formulating RQs (Sandberg and Alvesson, 2010, p. 39).]</a:t>
            </a:r>
            <a:endParaRPr lang="en-ES" sz="3000" dirty="0">
              <a:solidFill>
                <a:srgbClr val="003261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GB" sz="3000" dirty="0">
                <a:solidFill>
                  <a:srgbClr val="003261"/>
                </a:solidFill>
              </a:rPr>
              <a:t>What methodology and/or methods do you plan to use to address your research question?</a:t>
            </a:r>
            <a:endParaRPr lang="en-ES" sz="3000" dirty="0">
              <a:solidFill>
                <a:srgbClr val="003261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GB" sz="3000" dirty="0">
                <a:solidFill>
                  <a:srgbClr val="003261"/>
                </a:solidFill>
              </a:rPr>
              <a:t>What is the purpose driving your dissertation project? What impact do you hope to have with your dissertation?</a:t>
            </a:r>
            <a:endParaRPr lang="en-ES" sz="3000" dirty="0">
              <a:solidFill>
                <a:srgbClr val="003261"/>
              </a:solidFill>
            </a:endParaRPr>
          </a:p>
          <a:p>
            <a:pPr lvl="1">
              <a:lnSpc>
                <a:spcPct val="80000"/>
              </a:lnSpc>
            </a:pPr>
            <a:endParaRPr lang="en-GB" dirty="0">
              <a:solidFill>
                <a:srgbClr val="0032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586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3C80E-5EC5-3E65-A4A2-6E63AE7F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3E4832-FED9-F9B7-1BA6-A26138B4D1E4}"/>
              </a:ext>
            </a:extLst>
          </p:cNvPr>
          <p:cNvSpPr/>
          <p:nvPr/>
        </p:nvSpPr>
        <p:spPr>
          <a:xfrm flipH="1">
            <a:off x="539991" y="599368"/>
            <a:ext cx="3444180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B853D-3467-698D-256E-4F8FFAAE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6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Refinement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9D5E53-4724-7639-0C73-60FDF86C7232}"/>
              </a:ext>
            </a:extLst>
          </p:cNvPr>
          <p:cNvSpPr/>
          <p:nvPr/>
        </p:nvSpPr>
        <p:spPr>
          <a:xfrm>
            <a:off x="0" y="599368"/>
            <a:ext cx="399456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B05FB2-886E-310D-5221-419D2E840F74}"/>
              </a:ext>
            </a:extLst>
          </p:cNvPr>
          <p:cNvSpPr/>
          <p:nvPr/>
        </p:nvSpPr>
        <p:spPr>
          <a:xfrm>
            <a:off x="11562930" y="0"/>
            <a:ext cx="629070" cy="6858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74CBB9D-FA05-C9B7-659E-172F888F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5157" y="6310312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1FAE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1FAE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B1FFD6-293A-77E8-4EC4-404B4796A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690688"/>
            <a:ext cx="10233800" cy="4567944"/>
          </a:xfrm>
          <a:solidFill>
            <a:schemeClr val="tx1"/>
          </a:solidFill>
          <a:effectLst/>
        </p:spPr>
        <p:txBody>
          <a:bodyPr>
            <a:normAutofit/>
          </a:bodyPr>
          <a:lstStyle/>
          <a:p>
            <a:pPr marL="0" indent="0">
              <a:buNone/>
            </a:pPr>
            <a:endParaRPr lang="en-ES" sz="3000" dirty="0">
              <a:solidFill>
                <a:srgbClr val="003261"/>
              </a:solidFill>
            </a:endParaRPr>
          </a:p>
          <a:p>
            <a:pPr marL="0" indent="0">
              <a:buNone/>
            </a:pPr>
            <a:r>
              <a:rPr lang="en-ES" sz="3000" dirty="0">
                <a:solidFill>
                  <a:srgbClr val="003261"/>
                </a:solidFill>
              </a:rPr>
              <a:t>See Handout for guiding questio</a:t>
            </a:r>
            <a:r>
              <a:rPr lang="en-GB" sz="3000" dirty="0">
                <a:solidFill>
                  <a:srgbClr val="003261"/>
                </a:solidFill>
              </a:rPr>
              <a:t>ns</a:t>
            </a:r>
            <a:r>
              <a:rPr lang="en-ES" sz="3000" dirty="0">
                <a:solidFill>
                  <a:srgbClr val="003261"/>
                </a:solidFill>
              </a:rPr>
              <a:t> to support you refine:</a:t>
            </a:r>
          </a:p>
          <a:p>
            <a:pPr marL="542925" indent="-219075"/>
            <a:r>
              <a:rPr lang="en-ES" sz="3000" dirty="0">
                <a:solidFill>
                  <a:srgbClr val="003261"/>
                </a:solidFill>
              </a:rPr>
              <a:t>Methodlogical approach</a:t>
            </a:r>
          </a:p>
          <a:p>
            <a:pPr marL="542925" indent="-219075"/>
            <a:r>
              <a:rPr lang="en-ES" sz="3000" dirty="0">
                <a:solidFill>
                  <a:srgbClr val="003261"/>
                </a:solidFill>
              </a:rPr>
              <a:t>Reviewing the literature</a:t>
            </a:r>
          </a:p>
          <a:p>
            <a:pPr marL="0" lvl="0" indent="0">
              <a:buNone/>
            </a:pPr>
            <a:endParaRPr lang="en-ES" sz="3000" dirty="0">
              <a:solidFill>
                <a:srgbClr val="003261"/>
              </a:solidFill>
            </a:endParaRPr>
          </a:p>
          <a:p>
            <a:pPr lvl="1">
              <a:lnSpc>
                <a:spcPct val="80000"/>
              </a:lnSpc>
            </a:pPr>
            <a:endParaRPr lang="en-GB" dirty="0">
              <a:solidFill>
                <a:srgbClr val="0032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454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75F36-557E-B1B4-A4AC-B5931A8C0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8FBF86-C6A0-61A7-7B9C-985DF0CFC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ABE439-0C0F-DE0F-7B36-181B5592FA1E}"/>
              </a:ext>
            </a:extLst>
          </p:cNvPr>
          <p:cNvSpPr/>
          <p:nvPr/>
        </p:nvSpPr>
        <p:spPr>
          <a:xfrm>
            <a:off x="1779185" y="2353715"/>
            <a:ext cx="10412815" cy="3162925"/>
          </a:xfrm>
          <a:prstGeom prst="rect">
            <a:avLst/>
          </a:prstGeom>
          <a:solidFill>
            <a:srgbClr val="B88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5E83B8-D506-0A9F-CABD-A3AFFBB7B0FF}"/>
              </a:ext>
            </a:extLst>
          </p:cNvPr>
          <p:cNvSpPr/>
          <p:nvPr/>
        </p:nvSpPr>
        <p:spPr>
          <a:xfrm>
            <a:off x="0" y="539646"/>
            <a:ext cx="10852879" cy="4137285"/>
          </a:xfrm>
          <a:prstGeom prst="rect">
            <a:avLst/>
          </a:prstGeom>
          <a:solidFill>
            <a:srgbClr val="003261"/>
          </a:solidFill>
          <a:ln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337A67-4B6D-FAA2-8B92-79E701447DA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9FAF5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Table of contents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74ED1423-553B-8AD8-7E49-6DD3E173DC54}"/>
              </a:ext>
            </a:extLst>
          </p:cNvPr>
          <p:cNvGraphicFramePr>
            <a:graphicFrameLocks noGrp="1"/>
          </p:cNvGraphicFramePr>
          <p:nvPr/>
        </p:nvGraphicFramePr>
        <p:xfrm>
          <a:off x="2608288" y="1865209"/>
          <a:ext cx="3019624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6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Intended Learning Outcomes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F30BFEB-BFE8-823B-A50B-802376E5640B}"/>
              </a:ext>
            </a:extLst>
          </p:cNvPr>
          <p:cNvGraphicFramePr>
            <a:graphicFrameLocks noGrp="1"/>
          </p:cNvGraphicFramePr>
          <p:nvPr/>
        </p:nvGraphicFramePr>
        <p:xfrm>
          <a:off x="2608287" y="271864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Elements and internal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D6E9B8-D7AB-534E-158C-60AF59285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907459"/>
              </p:ext>
            </p:extLst>
          </p:nvPr>
        </p:nvGraphicFramePr>
        <p:xfrm>
          <a:off x="2608287" y="357208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3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Guiding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463B3D2-413D-03E5-B70F-B007B338B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755708"/>
              </p:ext>
            </p:extLst>
          </p:nvPr>
        </p:nvGraphicFramePr>
        <p:xfrm>
          <a:off x="6457015" y="186520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/>
                          </a:solidFill>
                        </a:rPr>
                        <a:t>4</a:t>
                      </a:r>
                      <a:endParaRPr lang="en-US" b="0" dirty="0">
                        <a:solidFill>
                          <a:schemeClr val="lt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/>
                          </a:solidFill>
                        </a:rPr>
                        <a:t>Tips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BE96E22-7942-1379-99AD-EA765B33B6AF}"/>
              </a:ext>
            </a:extLst>
          </p:cNvPr>
          <p:cNvGraphicFramePr>
            <a:graphicFrameLocks noGrp="1"/>
          </p:cNvGraphicFramePr>
          <p:nvPr/>
        </p:nvGraphicFramePr>
        <p:xfrm>
          <a:off x="6457015" y="271864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5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Supporting materials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86101FA-C849-3A80-97C2-8238A927F26C}"/>
              </a:ext>
            </a:extLst>
          </p:cNvPr>
          <p:cNvGraphicFramePr>
            <a:graphicFrameLocks noGrp="1"/>
          </p:cNvGraphicFramePr>
          <p:nvPr/>
        </p:nvGraphicFramePr>
        <p:xfrm>
          <a:off x="6457015" y="357208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6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Q &amp;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2597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811B5-027E-9102-F447-D7AF0316C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AF37BB-83B8-C619-39E3-848F34760F7F}"/>
              </a:ext>
            </a:extLst>
          </p:cNvPr>
          <p:cNvSpPr/>
          <p:nvPr/>
        </p:nvSpPr>
        <p:spPr>
          <a:xfrm flipH="1">
            <a:off x="539990" y="599368"/>
            <a:ext cx="1719883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E3E231-8F69-637B-BE86-CB65234F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6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Tips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8A8264-C43E-9EC3-EE0D-349BC0FAF223}"/>
              </a:ext>
            </a:extLst>
          </p:cNvPr>
          <p:cNvSpPr/>
          <p:nvPr/>
        </p:nvSpPr>
        <p:spPr>
          <a:xfrm>
            <a:off x="0" y="599368"/>
            <a:ext cx="399456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Corbel" panose="020B0503020204020204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E1E5C5-0DD4-A661-C05F-A3A1E3DAFBB0}"/>
              </a:ext>
            </a:extLst>
          </p:cNvPr>
          <p:cNvSpPr/>
          <p:nvPr/>
        </p:nvSpPr>
        <p:spPr>
          <a:xfrm>
            <a:off x="11562930" y="0"/>
            <a:ext cx="629070" cy="6858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2B2AE67-2A90-F49A-7424-A016B7CF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5157" y="6310312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1FAE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1FAE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5C91E9-D64D-C700-3CBB-D1A3273C8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690688"/>
            <a:ext cx="10233800" cy="4567944"/>
          </a:xfrm>
          <a:solidFill>
            <a:schemeClr val="tx1"/>
          </a:solidFill>
          <a:effectLst/>
        </p:spPr>
        <p:txBody>
          <a:bodyPr>
            <a:normAutofit/>
          </a:bodyPr>
          <a:lstStyle/>
          <a:p>
            <a:pPr marL="542925" indent="-219075"/>
            <a:r>
              <a:rPr lang="en-GB" sz="3000" dirty="0">
                <a:solidFill>
                  <a:srgbClr val="003261"/>
                </a:solidFill>
              </a:rPr>
              <a:t>Be ambitious but also realistic (words, time, financial resources constraints)</a:t>
            </a:r>
          </a:p>
          <a:p>
            <a:pPr marL="542925" indent="-219075"/>
            <a:r>
              <a:rPr lang="en-GB" sz="3000" dirty="0">
                <a:solidFill>
                  <a:srgbClr val="003261"/>
                </a:solidFill>
              </a:rPr>
              <a:t>Empirical research: collection and analysis of secondary data, more feasible than primary data given the timeline.</a:t>
            </a:r>
          </a:p>
          <a:p>
            <a:pPr marL="542925" indent="-219075"/>
            <a:r>
              <a:rPr lang="en-GB" sz="3000" dirty="0">
                <a:solidFill>
                  <a:srgbClr val="003261"/>
                </a:solidFill>
              </a:rPr>
              <a:t>Supervisors are very familiar with the research process, not necessarily with the topic (and less so with the RQ).</a:t>
            </a:r>
          </a:p>
          <a:p>
            <a:pPr marL="542925" indent="-219075"/>
            <a:r>
              <a:rPr lang="en-GB" sz="3000" dirty="0">
                <a:solidFill>
                  <a:srgbClr val="003261"/>
                </a:solidFill>
              </a:rPr>
              <a:t>A research proposal is a “living” document. It can help structure conversations with your supervisor</a:t>
            </a:r>
          </a:p>
          <a:p>
            <a:pPr marL="0" lvl="0" indent="0">
              <a:buNone/>
            </a:pPr>
            <a:endParaRPr lang="en-ES" sz="3000" dirty="0">
              <a:solidFill>
                <a:srgbClr val="003261"/>
              </a:solidFill>
            </a:endParaRPr>
          </a:p>
          <a:p>
            <a:pPr lvl="1">
              <a:lnSpc>
                <a:spcPct val="80000"/>
              </a:lnSpc>
            </a:pPr>
            <a:endParaRPr lang="en-GB" dirty="0">
              <a:solidFill>
                <a:srgbClr val="0032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540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3512BE-18E5-9ED8-C75E-04B78D611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E2C911-A162-EE71-95B7-F4FB4156E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61887D-1C86-251B-028E-2ECB1A72B120}"/>
              </a:ext>
            </a:extLst>
          </p:cNvPr>
          <p:cNvSpPr/>
          <p:nvPr/>
        </p:nvSpPr>
        <p:spPr>
          <a:xfrm>
            <a:off x="1779185" y="2353715"/>
            <a:ext cx="10412815" cy="3162925"/>
          </a:xfrm>
          <a:prstGeom prst="rect">
            <a:avLst/>
          </a:prstGeom>
          <a:solidFill>
            <a:srgbClr val="B88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7DC41E-C03A-0532-4E2E-FD30A00E4F73}"/>
              </a:ext>
            </a:extLst>
          </p:cNvPr>
          <p:cNvSpPr/>
          <p:nvPr/>
        </p:nvSpPr>
        <p:spPr>
          <a:xfrm>
            <a:off x="0" y="539646"/>
            <a:ext cx="10852879" cy="4137285"/>
          </a:xfrm>
          <a:prstGeom prst="rect">
            <a:avLst/>
          </a:prstGeom>
          <a:solidFill>
            <a:srgbClr val="003261"/>
          </a:solidFill>
          <a:ln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C87381-E193-A508-5EAA-264E35B1B5C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9FAF5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Table of contents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0BA0C0E-3A9C-71F9-4C26-B6F40E29B163}"/>
              </a:ext>
            </a:extLst>
          </p:cNvPr>
          <p:cNvGraphicFramePr>
            <a:graphicFrameLocks noGrp="1"/>
          </p:cNvGraphicFramePr>
          <p:nvPr/>
        </p:nvGraphicFramePr>
        <p:xfrm>
          <a:off x="2608288" y="1865209"/>
          <a:ext cx="3019624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6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Intended Learning Outcomes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9DAB943-39C3-42E2-1175-6EB0B2217863}"/>
              </a:ext>
            </a:extLst>
          </p:cNvPr>
          <p:cNvGraphicFramePr>
            <a:graphicFrameLocks noGrp="1"/>
          </p:cNvGraphicFramePr>
          <p:nvPr/>
        </p:nvGraphicFramePr>
        <p:xfrm>
          <a:off x="2608287" y="271864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Elements and internal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64D42A-A6E8-B8BD-41EB-C815EEA1BDB2}"/>
              </a:ext>
            </a:extLst>
          </p:cNvPr>
          <p:cNvGraphicFramePr>
            <a:graphicFrameLocks noGrp="1"/>
          </p:cNvGraphicFramePr>
          <p:nvPr/>
        </p:nvGraphicFramePr>
        <p:xfrm>
          <a:off x="2608287" y="357208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3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Guiding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BD3581-4D3F-68A4-7C32-B50C19695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545833"/>
              </p:ext>
            </p:extLst>
          </p:nvPr>
        </p:nvGraphicFramePr>
        <p:xfrm>
          <a:off x="6457015" y="186520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4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Tips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A26733-DB1B-093E-C88F-0E7E2A208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971072"/>
              </p:ext>
            </p:extLst>
          </p:nvPr>
        </p:nvGraphicFramePr>
        <p:xfrm>
          <a:off x="6457015" y="271864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/>
                          </a:solidFill>
                        </a:rPr>
                        <a:t>5</a:t>
                      </a:r>
                      <a:endParaRPr lang="en-US" b="0" dirty="0">
                        <a:solidFill>
                          <a:schemeClr val="lt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/>
                          </a:solidFill>
                        </a:rPr>
                        <a:t>Supporting materials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23AE740-B089-EB93-3D44-79B0773D4BC4}"/>
              </a:ext>
            </a:extLst>
          </p:cNvPr>
          <p:cNvGraphicFramePr>
            <a:graphicFrameLocks noGrp="1"/>
          </p:cNvGraphicFramePr>
          <p:nvPr/>
        </p:nvGraphicFramePr>
        <p:xfrm>
          <a:off x="6457015" y="357208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6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Q &amp;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083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72FCD6-1A22-5D50-CC7F-D6D52C8BA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73EA66-6382-1C0C-7A61-7E813EF37FDD}"/>
              </a:ext>
            </a:extLst>
          </p:cNvPr>
          <p:cNvSpPr/>
          <p:nvPr/>
        </p:nvSpPr>
        <p:spPr>
          <a:xfrm flipH="1">
            <a:off x="539989" y="599368"/>
            <a:ext cx="7950868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35C1CB-B1B3-EBFB-E6D1-C113A6D5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6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Methodological considerations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439316-B915-C0B6-9E02-033575E521F6}"/>
              </a:ext>
            </a:extLst>
          </p:cNvPr>
          <p:cNvSpPr/>
          <p:nvPr/>
        </p:nvSpPr>
        <p:spPr>
          <a:xfrm>
            <a:off x="0" y="599368"/>
            <a:ext cx="399456" cy="684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DA9D83-A51C-F486-12A1-9494CDA5C3E4}"/>
              </a:ext>
            </a:extLst>
          </p:cNvPr>
          <p:cNvSpPr/>
          <p:nvPr/>
        </p:nvSpPr>
        <p:spPr>
          <a:xfrm>
            <a:off x="11562930" y="0"/>
            <a:ext cx="629070" cy="6858000"/>
          </a:xfrm>
          <a:prstGeom prst="rect">
            <a:avLst/>
          </a:prstGeom>
          <a:solidFill>
            <a:srgbClr val="003261"/>
          </a:solidFill>
          <a:ln w="25400"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E98B7E5A-BC16-64B7-F7E3-A3B11743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5157" y="6310312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1FAE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1FAE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5F21AC-8D0F-893B-7E8B-20EA7CF8B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690688"/>
            <a:ext cx="10233800" cy="4567944"/>
          </a:xfrm>
          <a:solidFill>
            <a:schemeClr val="tx1"/>
          </a:solidFill>
          <a:effectLst/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ES" sz="3000" dirty="0">
                <a:solidFill>
                  <a:srgbClr val="003261"/>
                </a:solidFill>
              </a:rPr>
              <a:t>Please refer to the Handout for a list of supporting materials on the following topics:</a:t>
            </a:r>
          </a:p>
          <a:p>
            <a:pPr marL="542925" indent="-219075"/>
            <a:r>
              <a:rPr lang="en-ES" sz="3000" dirty="0">
                <a:solidFill>
                  <a:srgbClr val="003261"/>
                </a:solidFill>
              </a:rPr>
              <a:t>Methodological considerations: an overview</a:t>
            </a:r>
          </a:p>
          <a:p>
            <a:pPr marL="542925" indent="-219075"/>
            <a:r>
              <a:rPr lang="en-ES" sz="3000" dirty="0">
                <a:solidFill>
                  <a:srgbClr val="003261"/>
                </a:solidFill>
              </a:rPr>
              <a:t>Formualting a research question</a:t>
            </a:r>
          </a:p>
          <a:p>
            <a:pPr marL="542925" indent="-219075"/>
            <a:r>
              <a:rPr lang="en-ES" sz="3000" dirty="0">
                <a:solidFill>
                  <a:srgbClr val="003261"/>
                </a:solidFill>
              </a:rPr>
              <a:t>Reviewing the literature</a:t>
            </a:r>
          </a:p>
          <a:p>
            <a:pPr marL="542925" indent="-219075"/>
            <a:r>
              <a:rPr lang="en-ES" sz="3000" dirty="0">
                <a:solidFill>
                  <a:srgbClr val="003261"/>
                </a:solidFill>
              </a:rPr>
              <a:t>Ethical conisderations</a:t>
            </a:r>
          </a:p>
          <a:p>
            <a:pPr lvl="1">
              <a:lnSpc>
                <a:spcPct val="80000"/>
              </a:lnSpc>
            </a:pPr>
            <a:endParaRPr lang="en-GB" dirty="0">
              <a:solidFill>
                <a:srgbClr val="0032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957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E8B8F-2BBB-A6BA-227A-42EAD89E6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123126-D0AD-4BBB-58BA-68764D4B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A9F60C-CC3E-1291-98F5-CF804862BF01}"/>
              </a:ext>
            </a:extLst>
          </p:cNvPr>
          <p:cNvSpPr/>
          <p:nvPr/>
        </p:nvSpPr>
        <p:spPr>
          <a:xfrm>
            <a:off x="1779185" y="2353715"/>
            <a:ext cx="10412815" cy="3162925"/>
          </a:xfrm>
          <a:prstGeom prst="rect">
            <a:avLst/>
          </a:prstGeom>
          <a:solidFill>
            <a:srgbClr val="B88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2824A8-4AB2-2CE6-FF31-A57051903E21}"/>
              </a:ext>
            </a:extLst>
          </p:cNvPr>
          <p:cNvSpPr/>
          <p:nvPr/>
        </p:nvSpPr>
        <p:spPr>
          <a:xfrm>
            <a:off x="0" y="539646"/>
            <a:ext cx="10852879" cy="4137285"/>
          </a:xfrm>
          <a:prstGeom prst="rect">
            <a:avLst/>
          </a:prstGeom>
          <a:solidFill>
            <a:srgbClr val="003261"/>
          </a:solidFill>
          <a:ln>
            <a:solidFill>
              <a:srgbClr val="003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ED59F2D-BC58-0118-64D1-B5175F1AD37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9FAF5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Table of contents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B83C7CE0-EDD9-DF12-3402-E570FF7F0DC5}"/>
              </a:ext>
            </a:extLst>
          </p:cNvPr>
          <p:cNvGraphicFramePr>
            <a:graphicFrameLocks noGrp="1"/>
          </p:cNvGraphicFramePr>
          <p:nvPr/>
        </p:nvGraphicFramePr>
        <p:xfrm>
          <a:off x="2608288" y="1865209"/>
          <a:ext cx="3019624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6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Intended Learning Outcomes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E9FB8CB-35A2-C286-47C3-EA0E417E9F23}"/>
              </a:ext>
            </a:extLst>
          </p:cNvPr>
          <p:cNvGraphicFramePr>
            <a:graphicFrameLocks noGrp="1"/>
          </p:cNvGraphicFramePr>
          <p:nvPr/>
        </p:nvGraphicFramePr>
        <p:xfrm>
          <a:off x="2608287" y="271864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Elements and internal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0930EAF-AD71-A58F-FE8B-8AE7519AE463}"/>
              </a:ext>
            </a:extLst>
          </p:cNvPr>
          <p:cNvGraphicFramePr>
            <a:graphicFrameLocks noGrp="1"/>
          </p:cNvGraphicFramePr>
          <p:nvPr/>
        </p:nvGraphicFramePr>
        <p:xfrm>
          <a:off x="2608287" y="357208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3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Guiding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E2D4FDA-97F8-BF75-44DF-1E22CDCDE8A0}"/>
              </a:ext>
            </a:extLst>
          </p:cNvPr>
          <p:cNvGraphicFramePr>
            <a:graphicFrameLocks noGrp="1"/>
          </p:cNvGraphicFramePr>
          <p:nvPr/>
        </p:nvGraphicFramePr>
        <p:xfrm>
          <a:off x="6457015" y="186520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4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Tips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68086D-5CBC-0869-C645-3A54FD3B7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903704"/>
              </p:ext>
            </p:extLst>
          </p:nvPr>
        </p:nvGraphicFramePr>
        <p:xfrm>
          <a:off x="6457015" y="271864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5</a:t>
                      </a:r>
                      <a:endParaRPr lang="en-US" b="0" dirty="0">
                        <a:solidFill>
                          <a:schemeClr val="lt1">
                            <a:alpha val="1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>
                              <a:alpha val="10000"/>
                            </a:schemeClr>
                          </a:solidFill>
                        </a:rPr>
                        <a:t>Supporting materials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BA098AA-CBA7-C56B-3B1F-CD3C293FA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131119"/>
              </p:ext>
            </p:extLst>
          </p:nvPr>
        </p:nvGraphicFramePr>
        <p:xfrm>
          <a:off x="6457015" y="3572089"/>
          <a:ext cx="301962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7">
                  <a:extLst>
                    <a:ext uri="{9D8B030D-6E8A-4147-A177-3AD203B41FA5}">
                      <a16:colId xmlns:a16="http://schemas.microsoft.com/office/drawing/2014/main" val="2165696761"/>
                    </a:ext>
                  </a:extLst>
                </a:gridCol>
                <a:gridCol w="2545338">
                  <a:extLst>
                    <a:ext uri="{9D8B030D-6E8A-4147-A177-3AD203B41FA5}">
                      <a16:colId xmlns:a16="http://schemas.microsoft.com/office/drawing/2014/main" val="4064044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>
                          <a:solidFill>
                            <a:schemeClr val="lt1"/>
                          </a:solidFill>
                        </a:rPr>
                        <a:t>6</a:t>
                      </a:r>
                      <a:endParaRPr lang="en-US" b="0" dirty="0">
                        <a:solidFill>
                          <a:schemeClr val="lt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lt1"/>
                          </a:solidFill>
                        </a:rPr>
                        <a:t>Q &amp;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88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435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BBDBB-5BDE-BD45-8EB0-B72B867AC0E2}"/>
              </a:ext>
            </a:extLst>
          </p:cNvPr>
          <p:cNvSpPr/>
          <p:nvPr/>
        </p:nvSpPr>
        <p:spPr>
          <a:xfrm>
            <a:off x="7315200" y="5006715"/>
            <a:ext cx="4876799" cy="764499"/>
          </a:xfrm>
          <a:prstGeom prst="rect">
            <a:avLst/>
          </a:prstGeom>
          <a:solidFill>
            <a:srgbClr val="0332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4730" y="5130383"/>
            <a:ext cx="9144000" cy="1057038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chemeClr val="tx1"/>
                </a:solidFill>
                <a:latin typeface="Calibri Light" panose="020F0302020204030204" pitchFamily="34" charset="0"/>
                <a:ea typeface="Verdana" panose="020B0604030504040204" pitchFamily="34" charset="0"/>
                <a:cs typeface="Calibri Light" panose="020F0302020204030204" pitchFamily="34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534174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82262-51C1-4F8E-747F-FD7671352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A194D0-339F-8A6E-F537-570386B2C0F7}"/>
              </a:ext>
            </a:extLst>
          </p:cNvPr>
          <p:cNvSpPr/>
          <p:nvPr/>
        </p:nvSpPr>
        <p:spPr>
          <a:xfrm>
            <a:off x="7315200" y="5006715"/>
            <a:ext cx="4876799" cy="7644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016E15-262A-5473-72B9-05D31A325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4730" y="2585548"/>
            <a:ext cx="9144000" cy="2219053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6000" dirty="0">
                <a:solidFill>
                  <a:schemeClr val="tx1"/>
                </a:solidFill>
                <a:latin typeface="Calibri Light" panose="020F0302020204030204" pitchFamily="34" charset="0"/>
                <a:ea typeface="Verdana" panose="020B0604030504040204" pitchFamily="34" charset="0"/>
                <a:cs typeface="Calibri Light" panose="020F0302020204030204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FFA5CC-D9C9-7FCC-C052-B69CB65A7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4730" y="5130383"/>
            <a:ext cx="9144000" cy="1057038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 err="1">
                <a:solidFill>
                  <a:srgbClr val="003261"/>
                </a:solidFill>
                <a:latin typeface="Calibri Light" panose="020F0302020204030204" pitchFamily="34" charset="0"/>
                <a:ea typeface="Verdana" panose="020B0604030504040204" pitchFamily="34" charset="0"/>
                <a:cs typeface="Calibri Light" panose="020F0302020204030204" pitchFamily="34" charset="0"/>
              </a:rPr>
              <a:t>javier.solana@glasgow.ac.uk</a:t>
            </a:r>
            <a:endParaRPr lang="en-US" sz="2400" b="1" dirty="0">
              <a:solidFill>
                <a:srgbClr val="003261"/>
              </a:solidFill>
              <a:latin typeface="Calibri Light" panose="020F0302020204030204" pitchFamily="34" charset="0"/>
              <a:ea typeface="Verdana" panose="020B060403050404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80506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12449</TotalTime>
  <Words>1011</Words>
  <Application>Microsoft Macintosh PowerPoint</Application>
  <PresentationFormat>Widescreen</PresentationFormat>
  <Paragraphs>223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Corbel</vt:lpstr>
      <vt:lpstr>Depth</vt:lpstr>
      <vt:lpstr>Developing a research proposal</vt:lpstr>
      <vt:lpstr>PowerPoint Presentation</vt:lpstr>
      <vt:lpstr>ILOs</vt:lpstr>
      <vt:lpstr>PowerPoint Presentation</vt:lpstr>
      <vt:lpstr>At a glance</vt:lpstr>
      <vt:lpstr>Overview</vt:lpstr>
      <vt:lpstr>Research questions: gaps vs problems</vt:lpstr>
      <vt:lpstr>Context</vt:lpstr>
      <vt:lpstr>Methodology</vt:lpstr>
      <vt:lpstr>Ethics</vt:lpstr>
      <vt:lpstr>Impact</vt:lpstr>
      <vt:lpstr>Logic</vt:lpstr>
      <vt:lpstr>PowerPoint Presentation</vt:lpstr>
      <vt:lpstr>Your first draft</vt:lpstr>
      <vt:lpstr>Refinement</vt:lpstr>
      <vt:lpstr>PowerPoint Presentation</vt:lpstr>
      <vt:lpstr>Tips</vt:lpstr>
      <vt:lpstr>PowerPoint Presentation</vt:lpstr>
      <vt:lpstr>Methodological considerations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Solana</dc:creator>
  <cp:lastModifiedBy>Javier Solana</cp:lastModifiedBy>
  <cp:revision>2</cp:revision>
  <dcterms:created xsi:type="dcterms:W3CDTF">2025-10-31T12:07:21Z</dcterms:created>
  <dcterms:modified xsi:type="dcterms:W3CDTF">2026-04-30T13:00:40Z</dcterms:modified>
</cp:coreProperties>
</file>