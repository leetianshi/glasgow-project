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56" r:id="rId2"/>
    <p:sldId id="295" r:id="rId3"/>
    <p:sldId id="300" r:id="rId4"/>
    <p:sldId id="299" r:id="rId5"/>
    <p:sldId id="296" r:id="rId6"/>
    <p:sldId id="304" r:id="rId7"/>
    <p:sldId id="297" r:id="rId8"/>
    <p:sldId id="298" r:id="rId9"/>
    <p:sldId id="303" r:id="rId10"/>
    <p:sldId id="306" r:id="rId11"/>
    <p:sldId id="312" r:id="rId12"/>
    <p:sldId id="307" r:id="rId13"/>
    <p:sldId id="309" r:id="rId14"/>
    <p:sldId id="302" r:id="rId15"/>
    <p:sldId id="310" r:id="rId16"/>
    <p:sldId id="301" r:id="rId17"/>
    <p:sldId id="294" r:id="rId18"/>
    <p:sldId id="305" r:id="rId19"/>
  </p:sldIdLst>
  <p:sldSz cx="17340263" cy="9753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587022" rtl="0" fontAlgn="auto" latinLnBrk="0" hangingPunct="0">
      <a:lnSpc>
        <a:spcPct val="100000"/>
      </a:lnSpc>
      <a:spcBef>
        <a:spcPts val="0"/>
      </a:spcBef>
      <a:spcAft>
        <a:spcPts val="0"/>
      </a:spcAft>
      <a:buClrTx/>
      <a:buSzTx/>
      <a:buFontTx/>
      <a:buNone/>
      <a:tabLst/>
      <a:defRPr kumimoji="0" sz="1800" b="1" i="0" u="none" strike="noStrike" cap="none" spc="0" normalizeH="0" baseline="0">
        <a:ln>
          <a:noFill/>
        </a:ln>
        <a:solidFill>
          <a:srgbClr val="000000"/>
        </a:solidFill>
        <a:effectLst/>
        <a:uFillTx/>
        <a:latin typeface="Helvetica Neue"/>
        <a:ea typeface="Helvetica Neue"/>
        <a:cs typeface="Helvetica Neue"/>
        <a:sym typeface="Helvetica Neue"/>
      </a:defRPr>
    </a:lvl1pPr>
    <a:lvl2pPr marL="0" marR="0" indent="228600" algn="ctr" defTabSz="587022" rtl="0" fontAlgn="auto" latinLnBrk="0" hangingPunct="0">
      <a:lnSpc>
        <a:spcPct val="100000"/>
      </a:lnSpc>
      <a:spcBef>
        <a:spcPts val="0"/>
      </a:spcBef>
      <a:spcAft>
        <a:spcPts val="0"/>
      </a:spcAft>
      <a:buClrTx/>
      <a:buSzTx/>
      <a:buFontTx/>
      <a:buNone/>
      <a:tabLst/>
      <a:defRPr kumimoji="0" sz="18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457200" algn="ctr" defTabSz="587022" rtl="0" fontAlgn="auto" latinLnBrk="0" hangingPunct="0">
      <a:lnSpc>
        <a:spcPct val="100000"/>
      </a:lnSpc>
      <a:spcBef>
        <a:spcPts val="0"/>
      </a:spcBef>
      <a:spcAft>
        <a:spcPts val="0"/>
      </a:spcAft>
      <a:buClrTx/>
      <a:buSzTx/>
      <a:buFontTx/>
      <a:buNone/>
      <a:tabLst/>
      <a:defRPr kumimoji="0" sz="18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685800" algn="ctr" defTabSz="587022" rtl="0" fontAlgn="auto" latinLnBrk="0" hangingPunct="0">
      <a:lnSpc>
        <a:spcPct val="100000"/>
      </a:lnSpc>
      <a:spcBef>
        <a:spcPts val="0"/>
      </a:spcBef>
      <a:spcAft>
        <a:spcPts val="0"/>
      </a:spcAft>
      <a:buClrTx/>
      <a:buSzTx/>
      <a:buFontTx/>
      <a:buNone/>
      <a:tabLst/>
      <a:defRPr kumimoji="0" sz="18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914400" algn="ctr" defTabSz="587022" rtl="0" fontAlgn="auto" latinLnBrk="0" hangingPunct="0">
      <a:lnSpc>
        <a:spcPct val="100000"/>
      </a:lnSpc>
      <a:spcBef>
        <a:spcPts val="0"/>
      </a:spcBef>
      <a:spcAft>
        <a:spcPts val="0"/>
      </a:spcAft>
      <a:buClrTx/>
      <a:buSzTx/>
      <a:buFontTx/>
      <a:buNone/>
      <a:tabLst/>
      <a:defRPr kumimoji="0" sz="18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1143000" algn="ctr" defTabSz="587022" rtl="0" fontAlgn="auto" latinLnBrk="0" hangingPunct="0">
      <a:lnSpc>
        <a:spcPct val="100000"/>
      </a:lnSpc>
      <a:spcBef>
        <a:spcPts val="0"/>
      </a:spcBef>
      <a:spcAft>
        <a:spcPts val="0"/>
      </a:spcAft>
      <a:buClrTx/>
      <a:buSzTx/>
      <a:buFontTx/>
      <a:buNone/>
      <a:tabLst/>
      <a:defRPr kumimoji="0" sz="18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1371600" algn="ctr" defTabSz="587022" rtl="0" fontAlgn="auto" latinLnBrk="0" hangingPunct="0">
      <a:lnSpc>
        <a:spcPct val="100000"/>
      </a:lnSpc>
      <a:spcBef>
        <a:spcPts val="0"/>
      </a:spcBef>
      <a:spcAft>
        <a:spcPts val="0"/>
      </a:spcAft>
      <a:buClrTx/>
      <a:buSzTx/>
      <a:buFontTx/>
      <a:buNone/>
      <a:tabLst/>
      <a:defRPr kumimoji="0" sz="18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1600200" algn="ctr" defTabSz="587022" rtl="0" fontAlgn="auto" latinLnBrk="0" hangingPunct="0">
      <a:lnSpc>
        <a:spcPct val="100000"/>
      </a:lnSpc>
      <a:spcBef>
        <a:spcPts val="0"/>
      </a:spcBef>
      <a:spcAft>
        <a:spcPts val="0"/>
      </a:spcAft>
      <a:buClrTx/>
      <a:buSzTx/>
      <a:buFontTx/>
      <a:buNone/>
      <a:tabLst/>
      <a:defRPr kumimoji="0" sz="18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1828800" algn="ctr" defTabSz="587022" rtl="0" fontAlgn="auto" latinLnBrk="0" hangingPunct="0">
      <a:lnSpc>
        <a:spcPct val="100000"/>
      </a:lnSpc>
      <a:spcBef>
        <a:spcPts val="0"/>
      </a:spcBef>
      <a:spcAft>
        <a:spcPts val="0"/>
      </a:spcAft>
      <a:buClrTx/>
      <a:buSzTx/>
      <a:buFontTx/>
      <a:buNone/>
      <a:tabLst/>
      <a:defRPr kumimoji="0" sz="1800" b="1" i="0" u="none" strike="noStrike" cap="none" spc="0" normalizeH="0" baseline="0">
        <a:ln>
          <a:noFill/>
        </a:ln>
        <a:solidFill>
          <a:srgbClr val="000000"/>
        </a:solidFill>
        <a:effectLst/>
        <a:uFillTx/>
        <a:latin typeface="Helvetica Neue"/>
        <a:ea typeface="Helvetica Neue"/>
        <a:cs typeface="Helvetica Neue"/>
        <a:sym typeface="Helvetica Neue"/>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7765"/>
    <a:srgbClr val="EC62A7"/>
    <a:srgbClr val="D17DA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Helvetica Neue"/>
          <a:ea typeface="Helvetica Neue"/>
          <a:cs typeface="Helvetica Neue"/>
        </a:font>
        <a:srgbClr val="FFFFFF"/>
      </a:tcTxStyle>
      <a:tcStyle>
        <a:tcBdr>
          <a:left>
            <a:ln w="12700" cap="flat">
              <a:noFill/>
              <a:miter lim="400000"/>
            </a:ln>
          </a:left>
          <a:right>
            <a:ln w="3175" cap="flat">
              <a:noFill/>
              <a:miter lim="400000"/>
            </a:ln>
          </a:right>
          <a:top>
            <a:ln w="12700" cap="flat">
              <a:noFill/>
              <a:miter lim="400000"/>
            </a:ln>
          </a:top>
          <a:bottom>
            <a:ln w="12700" cap="flat">
              <a:noFill/>
              <a:miter lim="400000"/>
            </a:ln>
          </a:bottom>
          <a:insideH>
            <a:ln w="12700" cap="flat">
              <a:noFill/>
              <a:miter lim="400000"/>
            </a:ln>
          </a:insideH>
          <a:insideV>
            <a:ln w="3175" cap="flat">
              <a:noFill/>
              <a:miter lim="400000"/>
            </a:ln>
          </a:insideV>
        </a:tcBdr>
        <a:fill>
          <a:solidFill>
            <a:schemeClr val="accent1">
              <a:lumOff val="-13575"/>
            </a:schemeClr>
          </a:solidFill>
        </a:fill>
      </a:tcStyle>
    </a:firstCol>
    <a:lastRow>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3175" cap="flat">
              <a:solidFill>
                <a:srgbClr val="3797C6"/>
              </a:solidFill>
              <a:prstDash val="solid"/>
              <a:miter lim="400000"/>
            </a:ln>
          </a:top>
          <a:bottom>
            <a:ln w="12700" cap="flat">
              <a:noFill/>
              <a:miter lim="400000"/>
            </a:ln>
          </a:bottom>
          <a:insideH>
            <a:ln w="3175" cap="flat">
              <a:noFill/>
              <a:miter lim="400000"/>
            </a:ln>
          </a:insideH>
          <a:insideV>
            <a:ln w="12700" cap="flat">
              <a:noFill/>
              <a:miter lim="400000"/>
            </a:ln>
          </a:insideV>
        </a:tcBdr>
        <a:fill>
          <a:solidFill>
            <a:srgbClr val="FFFFFF"/>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3175" cap="flat">
              <a:noFill/>
              <a:miter lim="400000"/>
            </a:ln>
          </a:bottom>
          <a:insideH>
            <a:ln w="3175" cap="flat">
              <a:noFill/>
              <a:miter lim="400000"/>
            </a:ln>
          </a:insideH>
          <a:insideV>
            <a:ln w="12700" cap="flat">
              <a:noFill/>
              <a:miter lim="400000"/>
            </a:ln>
          </a:insideV>
        </a:tcBdr>
        <a:fill>
          <a:solidFill>
            <a:schemeClr val="accent1">
              <a:hueOff val="114395"/>
              <a:lumOff val="-24975"/>
            </a:schemeClr>
          </a:solidFill>
        </a:fill>
      </a:tcStyle>
    </a:firstRow>
  </a:tblStyle>
  <a:tblStyle styleId="{C7B018BB-80A7-4F77-B60F-C8B233D01FF8}" styleName="">
    <a:tblBg/>
    <a:wholeTbl>
      <a:tcTxStyle b="off" i="off">
        <a:font>
          <a:latin typeface="Helvetica Neue"/>
          <a:ea typeface="Helvetica Neue"/>
          <a:cs typeface="Helvetica Neue"/>
        </a:font>
        <a:srgbClr val="000000"/>
      </a:tcTxStyle>
      <a:tcStyle>
        <a:tcBdr>
          <a:left>
            <a:ln w="3175" cap="flat">
              <a:solidFill>
                <a:srgbClr val="B8B8B8"/>
              </a:solidFill>
              <a:prstDash val="solid"/>
              <a:miter lim="400000"/>
            </a:ln>
          </a:left>
          <a:right>
            <a:ln w="3175" cap="flat">
              <a:solidFill>
                <a:srgbClr val="B8B8B8"/>
              </a:solidFill>
              <a:prstDash val="solid"/>
              <a:miter lim="400000"/>
            </a:ln>
          </a:right>
          <a:top>
            <a:ln w="3175" cap="flat">
              <a:solidFill>
                <a:srgbClr val="B8B8B8"/>
              </a:solidFill>
              <a:prstDash val="solid"/>
              <a:miter lim="400000"/>
            </a:ln>
          </a:top>
          <a:bottom>
            <a:ln w="3175" cap="flat">
              <a:solidFill>
                <a:srgbClr val="B8B8B8"/>
              </a:solidFill>
              <a:prstDash val="solid"/>
              <a:miter lim="400000"/>
            </a:ln>
          </a:bottom>
          <a:insideH>
            <a:ln w="3175" cap="flat">
              <a:solidFill>
                <a:srgbClr val="B8B8B8"/>
              </a:solidFill>
              <a:prstDash val="solid"/>
              <a:miter lim="400000"/>
            </a:ln>
          </a:insideH>
          <a:insideV>
            <a:ln w="3175"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ff" i="off">
        <a:fontRef idx="minor">
          <a:srgbClr val="FFFFFF"/>
        </a:fontRef>
        <a:srgbClr val="FFFFFF"/>
      </a:tcTxStyle>
      <a:tcStyle>
        <a:tcBdr>
          <a:left>
            <a:ln w="3175" cap="flat">
              <a:solidFill>
                <a:srgbClr val="606060"/>
              </a:solidFill>
              <a:prstDash val="solid"/>
              <a:miter lim="400000"/>
            </a:ln>
          </a:left>
          <a:right>
            <a:ln w="3175" cap="flat">
              <a:solidFill>
                <a:srgbClr val="606060"/>
              </a:solidFill>
              <a:prstDash val="solid"/>
              <a:miter lim="400000"/>
            </a:ln>
          </a:right>
          <a:top>
            <a:ln w="3175" cap="flat">
              <a:solidFill>
                <a:srgbClr val="606060"/>
              </a:solidFill>
              <a:prstDash val="solid"/>
              <a:miter lim="400000"/>
            </a:ln>
          </a:top>
          <a:bottom>
            <a:ln w="3175" cap="flat">
              <a:solidFill>
                <a:srgbClr val="606060"/>
              </a:solidFill>
              <a:prstDash val="solid"/>
              <a:miter lim="400000"/>
            </a:ln>
          </a:bottom>
          <a:insideH>
            <a:ln w="3175" cap="flat">
              <a:solidFill>
                <a:srgbClr val="606060"/>
              </a:solidFill>
              <a:prstDash val="solid"/>
              <a:miter lim="400000"/>
            </a:ln>
          </a:insideH>
          <a:insideV>
            <a:ln w="3175" cap="flat">
              <a:solidFill>
                <a:srgbClr val="606060"/>
              </a:solidFill>
              <a:prstDash val="solid"/>
              <a:miter lim="400000"/>
            </a:ln>
          </a:insideV>
        </a:tcBdr>
        <a:fill>
          <a:solidFill>
            <a:schemeClr val="accent3">
              <a:hueOff val="362282"/>
              <a:satOff val="31803"/>
              <a:lumOff val="-18242"/>
            </a:schemeClr>
          </a:solidFill>
        </a:fill>
      </a:tcStyle>
    </a:firstCol>
    <a:lastRow>
      <a:tcTxStyle b="off" i="off">
        <a:font>
          <a:latin typeface="Helvetica Neue"/>
          <a:ea typeface="Helvetica Neue"/>
          <a:cs typeface="Helvetica Neue"/>
        </a:font>
        <a:srgbClr val="000000"/>
      </a:tcTxStyle>
      <a:tcStyle>
        <a:tcBdr>
          <a:left>
            <a:ln w="3175" cap="flat">
              <a:solidFill>
                <a:srgbClr val="606060"/>
              </a:solidFill>
              <a:prstDash val="solid"/>
              <a:miter lim="400000"/>
            </a:ln>
          </a:left>
          <a:right>
            <a:ln w="3175" cap="flat">
              <a:solidFill>
                <a:srgbClr val="606060"/>
              </a:solidFill>
              <a:prstDash val="solid"/>
              <a:miter lim="400000"/>
            </a:ln>
          </a:right>
          <a:top>
            <a:ln w="3175" cap="flat">
              <a:solidFill>
                <a:srgbClr val="606060"/>
              </a:solidFill>
              <a:prstDash val="solid"/>
              <a:miter lim="400000"/>
            </a:ln>
          </a:top>
          <a:bottom>
            <a:ln w="3175" cap="flat">
              <a:solidFill>
                <a:srgbClr val="606060"/>
              </a:solidFill>
              <a:prstDash val="solid"/>
              <a:miter lim="400000"/>
            </a:ln>
          </a:bottom>
          <a:insideH>
            <a:ln w="3175" cap="flat">
              <a:solidFill>
                <a:srgbClr val="606060"/>
              </a:solidFill>
              <a:prstDash val="solid"/>
              <a:miter lim="400000"/>
            </a:ln>
          </a:insideH>
          <a:insideV>
            <a:ln w="3175" cap="flat">
              <a:solidFill>
                <a:srgbClr val="606060"/>
              </a:solidFill>
              <a:prstDash val="solid"/>
              <a:miter lim="400000"/>
            </a:ln>
          </a:insideV>
        </a:tcBdr>
        <a:fill>
          <a:solidFill>
            <a:srgbClr val="EBEBEB"/>
          </a:solidFill>
        </a:fill>
      </a:tcStyle>
    </a:lastRow>
    <a:firstRow>
      <a:tcTxStyle b="off" i="off">
        <a:fontRef idx="minor">
          <a:srgbClr val="FFFFFF"/>
        </a:fontRef>
        <a:srgbClr val="FFFFFF"/>
      </a:tcTxStyle>
      <a:tcStyle>
        <a:tcBdr>
          <a:left>
            <a:ln w="3175" cap="flat">
              <a:solidFill>
                <a:srgbClr val="929292"/>
              </a:solidFill>
              <a:prstDash val="solid"/>
              <a:miter lim="400000"/>
            </a:ln>
          </a:left>
          <a:right>
            <a:ln w="3175" cap="flat">
              <a:solidFill>
                <a:srgbClr val="929292"/>
              </a:solidFill>
              <a:prstDash val="solid"/>
              <a:miter lim="400000"/>
            </a:ln>
          </a:right>
          <a:top>
            <a:ln w="3175" cap="flat">
              <a:solidFill>
                <a:srgbClr val="606060"/>
              </a:solidFill>
              <a:prstDash val="solid"/>
              <a:miter lim="400000"/>
            </a:ln>
          </a:top>
          <a:bottom>
            <a:ln w="3175" cap="flat">
              <a:solidFill>
                <a:srgbClr val="606060"/>
              </a:solidFill>
              <a:prstDash val="solid"/>
              <a:miter lim="400000"/>
            </a:ln>
          </a:bottom>
          <a:insideH>
            <a:ln w="3175" cap="flat">
              <a:solidFill>
                <a:srgbClr val="929292"/>
              </a:solidFill>
              <a:prstDash val="solid"/>
              <a:miter lim="400000"/>
            </a:ln>
          </a:insideH>
          <a:insideV>
            <a:ln w="3175" cap="flat">
              <a:solidFill>
                <a:srgbClr val="929292"/>
              </a:solidFill>
              <a:prstDash val="solid"/>
              <a:miter lim="400000"/>
            </a:ln>
          </a:insideV>
        </a:tcBdr>
        <a:fill>
          <a:solidFill>
            <a:srgbClr val="017101"/>
          </a:solidFill>
        </a:fill>
      </a:tcStyle>
    </a:firstRow>
  </a:tblStyle>
  <a:tblStyle styleId="{EEE7283C-3CF3-47DC-8721-378D4A62B228}" styleName="">
    <a:tblBg/>
    <a:wholeTbl>
      <a:tcTxStyle b="off" i="off">
        <a:font>
          <a:latin typeface="Helvetica Neue Light"/>
          <a:ea typeface="Helvetica Neue Light"/>
          <a:cs typeface="Helvetica Neue Light"/>
        </a:font>
        <a:srgbClr val="000000"/>
      </a:tcTxStyle>
      <a:tcStyle>
        <a:tcBdr>
          <a:left>
            <a:ln w="3175" cap="flat">
              <a:solidFill>
                <a:srgbClr val="5D5D5D"/>
              </a:solidFill>
              <a:custDash>
                <a:ds d="200000" sp="200000"/>
              </a:custDash>
              <a:miter lim="400000"/>
            </a:ln>
          </a:left>
          <a:right>
            <a:ln w="3175" cap="flat">
              <a:solidFill>
                <a:srgbClr val="5D5D5D"/>
              </a:solidFill>
              <a:custDash>
                <a:ds d="200000" sp="200000"/>
              </a:custDash>
              <a:miter lim="400000"/>
            </a:ln>
          </a:right>
          <a:top>
            <a:ln w="3175" cap="flat">
              <a:solidFill>
                <a:srgbClr val="5D5D5D"/>
              </a:solidFill>
              <a:custDash>
                <a:ds d="200000" sp="200000"/>
              </a:custDash>
              <a:miter lim="400000"/>
            </a:ln>
          </a:top>
          <a:bottom>
            <a:ln w="3175" cap="flat">
              <a:solidFill>
                <a:srgbClr val="5D5D5D"/>
              </a:solidFill>
              <a:custDash>
                <a:ds d="200000" sp="200000"/>
              </a:custDash>
              <a:miter lim="400000"/>
            </a:ln>
          </a:bottom>
          <a:insideH>
            <a:ln w="3175" cap="flat">
              <a:solidFill>
                <a:srgbClr val="5D5D5D"/>
              </a:solidFill>
              <a:custDash>
                <a:ds d="200000" sp="200000"/>
              </a:custDash>
              <a:miter lim="400000"/>
            </a:ln>
          </a:insideH>
          <a:insideV>
            <a:ln w="3175" cap="flat">
              <a:solidFill>
                <a:srgbClr val="5D5D5D"/>
              </a:solidFill>
              <a:custDash>
                <a:ds d="200000" sp="200000"/>
              </a:custDash>
              <a:miter lim="400000"/>
            </a:ln>
          </a:insideV>
        </a:tcBdr>
        <a:fill>
          <a:solidFill>
            <a:srgbClr val="FAF7E9"/>
          </a:solidFill>
        </a:fill>
      </a:tcStyle>
    </a:wholeTbl>
    <a:band2H>
      <a:tcTxStyle/>
      <a:tcStyle>
        <a:tcBdr/>
        <a:fill>
          <a:solidFill>
            <a:srgbClr val="EDEADD"/>
          </a:solidFill>
        </a:fill>
      </a:tcStyle>
    </a:band2H>
    <a:firstCol>
      <a:tcTxStyle b="off" i="off">
        <a:fontRef idx="minor">
          <a:srgbClr val="FFFFFF"/>
        </a:fontRef>
        <a:srgbClr val="FFFFFF"/>
      </a:tcTxStyle>
      <a:tcStyle>
        <a:tcBdr>
          <a:left>
            <a:ln w="3175" cap="flat">
              <a:solidFill>
                <a:srgbClr val="5D5D5D"/>
              </a:solidFill>
              <a:prstDash val="solid"/>
              <a:miter lim="400000"/>
            </a:ln>
          </a:left>
          <a:right>
            <a:ln w="3175" cap="flat">
              <a:solidFill>
                <a:srgbClr val="5D5D5D"/>
              </a:solidFill>
              <a:prstDash val="solid"/>
              <a:miter lim="400000"/>
            </a:ln>
          </a:right>
          <a:top>
            <a:ln w="3175" cap="flat">
              <a:solidFill>
                <a:srgbClr val="5D5D5D"/>
              </a:solidFill>
              <a:prstDash val="solid"/>
              <a:miter lim="400000"/>
            </a:ln>
          </a:top>
          <a:bottom>
            <a:ln w="3175" cap="flat">
              <a:solidFill>
                <a:srgbClr val="5D5D5D"/>
              </a:solidFill>
              <a:prstDash val="solid"/>
              <a:miter lim="400000"/>
            </a:ln>
          </a:bottom>
          <a:insideH>
            <a:ln w="3175" cap="flat">
              <a:solidFill>
                <a:srgbClr val="5D5D5D"/>
              </a:solidFill>
              <a:prstDash val="solid"/>
              <a:miter lim="400000"/>
            </a:ln>
          </a:insideH>
          <a:insideV>
            <a:ln w="3175" cap="flat">
              <a:solidFill>
                <a:srgbClr val="5D5D5D"/>
              </a:solidFill>
              <a:prstDash val="solid"/>
              <a:miter lim="400000"/>
            </a:ln>
          </a:insideV>
        </a:tcBdr>
        <a:fill>
          <a:solidFill>
            <a:srgbClr val="F9BA00"/>
          </a:solidFill>
        </a:fill>
      </a:tcStyle>
    </a:firstCol>
    <a:lastRow>
      <a:tcTxStyle b="off" i="off">
        <a:fontRef idx="minor">
          <a:srgbClr val="FFFFFF"/>
        </a:fontRef>
        <a:srgbClr val="FFFFFF"/>
      </a:tcTxStyle>
      <a:tcStyle>
        <a:tcBdr>
          <a:left>
            <a:ln w="3175" cap="flat">
              <a:solidFill>
                <a:srgbClr val="5D5D5D"/>
              </a:solidFill>
              <a:prstDash val="solid"/>
              <a:miter lim="400000"/>
            </a:ln>
          </a:left>
          <a:right>
            <a:ln w="3175" cap="flat">
              <a:solidFill>
                <a:srgbClr val="5D5D5D"/>
              </a:solidFill>
              <a:prstDash val="solid"/>
              <a:miter lim="400000"/>
            </a:ln>
          </a:right>
          <a:top>
            <a:ln w="3175" cap="flat">
              <a:solidFill>
                <a:srgbClr val="5D5D5D"/>
              </a:solidFill>
              <a:prstDash val="solid"/>
              <a:miter lim="400000"/>
            </a:ln>
          </a:top>
          <a:bottom>
            <a:ln w="3175" cap="flat">
              <a:solidFill>
                <a:srgbClr val="5D5D5D"/>
              </a:solidFill>
              <a:prstDash val="solid"/>
              <a:miter lim="400000"/>
            </a:ln>
          </a:bottom>
          <a:insideH>
            <a:ln w="3175" cap="flat">
              <a:solidFill>
                <a:srgbClr val="5D5D5D"/>
              </a:solidFill>
              <a:prstDash val="solid"/>
              <a:miter lim="400000"/>
            </a:ln>
          </a:insideH>
          <a:insideV>
            <a:ln w="3175" cap="flat">
              <a:solidFill>
                <a:srgbClr val="5D5D5D"/>
              </a:solidFill>
              <a:prstDash val="solid"/>
              <a:miter lim="400000"/>
            </a:ln>
          </a:insideV>
        </a:tcBdr>
        <a:fill>
          <a:solidFill>
            <a:srgbClr val="FF9400"/>
          </a:solidFill>
        </a:fill>
      </a:tcStyle>
    </a:lastRow>
    <a:firstRow>
      <a:tcTxStyle b="off" i="off">
        <a:fontRef idx="minor">
          <a:srgbClr val="FFFFFF"/>
        </a:fontRef>
        <a:srgbClr val="FFFFFF"/>
      </a:tcTxStyle>
      <a:tcStyle>
        <a:tcBdr>
          <a:left>
            <a:ln w="3175" cap="flat">
              <a:solidFill>
                <a:srgbClr val="5D5D5D"/>
              </a:solidFill>
              <a:prstDash val="solid"/>
              <a:miter lim="400000"/>
            </a:ln>
          </a:left>
          <a:right>
            <a:ln w="3175" cap="flat">
              <a:solidFill>
                <a:srgbClr val="5D5D5D"/>
              </a:solidFill>
              <a:prstDash val="solid"/>
              <a:miter lim="400000"/>
            </a:ln>
          </a:right>
          <a:top>
            <a:ln w="3175" cap="flat">
              <a:solidFill>
                <a:srgbClr val="5D5D5D"/>
              </a:solidFill>
              <a:prstDash val="solid"/>
              <a:miter lim="400000"/>
            </a:ln>
          </a:top>
          <a:bottom>
            <a:ln w="3175" cap="flat">
              <a:solidFill>
                <a:srgbClr val="5D5D5D"/>
              </a:solidFill>
              <a:prstDash val="solid"/>
              <a:miter lim="400000"/>
            </a:ln>
          </a:bottom>
          <a:insideH>
            <a:ln w="3175" cap="flat">
              <a:solidFill>
                <a:srgbClr val="5D5D5D"/>
              </a:solidFill>
              <a:prstDash val="solid"/>
              <a:miter lim="400000"/>
            </a:ln>
          </a:insideH>
          <a:insideV>
            <a:ln w="3175" cap="flat">
              <a:solidFill>
                <a:srgbClr val="5D5D5D"/>
              </a:solidFill>
              <a:prstDash val="solid"/>
              <a:miter lim="400000"/>
            </a:ln>
          </a:insideV>
        </a:tcBdr>
        <a:fill>
          <a:solidFill>
            <a:srgbClr val="FF9400"/>
          </a:solidFill>
        </a:fill>
      </a:tcStyle>
    </a:firstRow>
  </a:tblStyle>
  <a:tblStyle styleId="{CF821DB8-F4EB-4A41-A1BA-3FCAFE7338EE}" styleName="">
    <a:tblBg/>
    <a:wholeTbl>
      <a:tcTxStyle b="off" i="off">
        <a:font>
          <a:latin typeface="Helvetica Neue"/>
          <a:ea typeface="Helvetica Neue"/>
          <a:cs typeface="Helvetica Neue"/>
        </a:font>
        <a:srgbClr val="000000"/>
      </a:tcTxStyle>
      <a:tcStyle>
        <a:tcBdr>
          <a:left>
            <a:ln w="3175" cap="flat">
              <a:solidFill>
                <a:srgbClr val="A6AAA9"/>
              </a:solidFill>
              <a:prstDash val="solid"/>
              <a:miter lim="400000"/>
            </a:ln>
          </a:left>
          <a:right>
            <a:ln w="3175" cap="flat">
              <a:solidFill>
                <a:srgbClr val="A6AAA9"/>
              </a:solidFill>
              <a:prstDash val="solid"/>
              <a:miter lim="400000"/>
            </a:ln>
          </a:right>
          <a:top>
            <a:ln w="3175" cap="flat">
              <a:solidFill>
                <a:srgbClr val="A6AAA9"/>
              </a:solidFill>
              <a:prstDash val="solid"/>
              <a:miter lim="400000"/>
            </a:ln>
          </a:top>
          <a:bottom>
            <a:ln w="3175" cap="flat">
              <a:solidFill>
                <a:srgbClr val="A6AAA9"/>
              </a:solidFill>
              <a:prstDash val="solid"/>
              <a:miter lim="400000"/>
            </a:ln>
          </a:bottom>
          <a:insideH>
            <a:ln w="3175" cap="flat">
              <a:solidFill>
                <a:srgbClr val="A6AAA9"/>
              </a:solidFill>
              <a:prstDash val="solid"/>
              <a:miter lim="400000"/>
            </a:ln>
          </a:insideH>
          <a:insideV>
            <a:ln w="3175" cap="flat">
              <a:solidFill>
                <a:srgbClr val="A6AAA9"/>
              </a:solidFill>
              <a:prstDash val="solid"/>
              <a:miter lim="400000"/>
            </a:ln>
          </a:insideV>
        </a:tcBdr>
        <a:fill>
          <a:solidFill>
            <a:srgbClr val="EBEBEB"/>
          </a:solidFill>
        </a:fill>
      </a:tcStyle>
    </a:wholeTbl>
    <a:band2H>
      <a:tcTxStyle/>
      <a:tcStyle>
        <a:tcBdr/>
        <a:fill>
          <a:solidFill>
            <a:srgbClr val="DADBDA"/>
          </a:solidFill>
        </a:fill>
      </a:tcStyle>
    </a:band2H>
    <a:firstCol>
      <a:tcTxStyle b="on" i="off">
        <a:font>
          <a:latin typeface="Helvetica Neue"/>
          <a:ea typeface="Helvetica Neue"/>
          <a:cs typeface="Helvetica Neue"/>
        </a:font>
        <a:srgbClr val="FFFFFF"/>
      </a:tcTxStyle>
      <a:tcStyle>
        <a:tcBdr>
          <a:left>
            <a:ln w="3175" cap="flat">
              <a:solidFill>
                <a:srgbClr val="A6AAA9"/>
              </a:solidFill>
              <a:prstDash val="solid"/>
              <a:miter lim="400000"/>
            </a:ln>
          </a:left>
          <a:right>
            <a:ln w="3175" cap="flat">
              <a:solidFill>
                <a:srgbClr val="A6AAA9"/>
              </a:solidFill>
              <a:prstDash val="solid"/>
              <a:miter lim="400000"/>
            </a:ln>
          </a:right>
          <a:top>
            <a:ln w="3175" cap="flat">
              <a:solidFill>
                <a:srgbClr val="A6AAA9"/>
              </a:solidFill>
              <a:prstDash val="solid"/>
              <a:miter lim="400000"/>
            </a:ln>
          </a:top>
          <a:bottom>
            <a:ln w="3175" cap="flat">
              <a:solidFill>
                <a:srgbClr val="A6AAA9"/>
              </a:solidFill>
              <a:prstDash val="solid"/>
              <a:miter lim="400000"/>
            </a:ln>
          </a:bottom>
          <a:insideH>
            <a:ln w="3175" cap="flat">
              <a:solidFill>
                <a:srgbClr val="A6AAA9"/>
              </a:solidFill>
              <a:prstDash val="solid"/>
              <a:miter lim="400000"/>
            </a:ln>
          </a:insideH>
          <a:insideV>
            <a:ln w="3175" cap="flat">
              <a:solidFill>
                <a:srgbClr val="A6AAA9"/>
              </a:solidFill>
              <a:prstDash val="solid"/>
              <a:miter lim="400000"/>
            </a:ln>
          </a:insideV>
        </a:tcBdr>
        <a:fill>
          <a:solidFill>
            <a:schemeClr val="accent6">
              <a:hueOff val="-146070"/>
              <a:satOff val="-10048"/>
              <a:lumOff val="-30626"/>
            </a:schemeClr>
          </a:solidFill>
        </a:fill>
      </a:tcStyle>
    </a:firstCol>
    <a:lastRow>
      <a:tcTxStyle b="on" i="off">
        <a:font>
          <a:latin typeface="Helvetica Neue"/>
          <a:ea typeface="Helvetica Neue"/>
          <a:cs typeface="Helvetica Neue"/>
        </a:font>
        <a:srgbClr val="FFFFFF"/>
      </a:tcTxStyle>
      <a:tcStyle>
        <a:tcBdr>
          <a:left>
            <a:ln w="3175" cap="flat">
              <a:solidFill>
                <a:srgbClr val="A6AAA9"/>
              </a:solidFill>
              <a:prstDash val="solid"/>
              <a:miter lim="400000"/>
            </a:ln>
          </a:left>
          <a:right>
            <a:ln w="3175" cap="flat">
              <a:solidFill>
                <a:srgbClr val="A6AAA9"/>
              </a:solidFill>
              <a:prstDash val="solid"/>
              <a:miter lim="400000"/>
            </a:ln>
          </a:right>
          <a:top>
            <a:ln w="3175" cap="flat">
              <a:solidFill>
                <a:srgbClr val="A6AAA9"/>
              </a:solidFill>
              <a:prstDash val="solid"/>
              <a:miter lim="400000"/>
            </a:ln>
          </a:top>
          <a:bottom>
            <a:ln w="3175" cap="flat">
              <a:solidFill>
                <a:srgbClr val="A6AAA9"/>
              </a:solidFill>
              <a:prstDash val="solid"/>
              <a:miter lim="400000"/>
            </a:ln>
          </a:bottom>
          <a:insideH>
            <a:ln w="3175" cap="flat">
              <a:solidFill>
                <a:srgbClr val="A6AAA9"/>
              </a:solidFill>
              <a:prstDash val="solid"/>
              <a:miter lim="400000"/>
            </a:ln>
          </a:insideH>
          <a:insideV>
            <a:ln w="3175" cap="flat">
              <a:solidFill>
                <a:srgbClr val="A6AAA9"/>
              </a:solidFill>
              <a:prstDash val="solid"/>
              <a:miter lim="400000"/>
            </a:ln>
          </a:insideV>
        </a:tcBdr>
        <a:fill>
          <a:solidFill>
            <a:srgbClr val="C24785"/>
          </a:solidFill>
        </a:fill>
      </a:tcStyle>
    </a:lastRow>
    <a:firstRow>
      <a:tcTxStyle b="on" i="off">
        <a:font>
          <a:latin typeface="Helvetica Neue"/>
          <a:ea typeface="Helvetica Neue"/>
          <a:cs typeface="Helvetica Neue"/>
        </a:font>
        <a:srgbClr val="FFFFFF"/>
      </a:tcTxStyle>
      <a:tcStyle>
        <a:tcBdr>
          <a:left>
            <a:ln w="3175" cap="flat">
              <a:solidFill>
                <a:srgbClr val="A6AAA9"/>
              </a:solidFill>
              <a:prstDash val="solid"/>
              <a:miter lim="400000"/>
            </a:ln>
          </a:left>
          <a:right>
            <a:ln w="3175" cap="flat">
              <a:solidFill>
                <a:srgbClr val="A6AAA9"/>
              </a:solidFill>
              <a:prstDash val="solid"/>
              <a:miter lim="400000"/>
            </a:ln>
          </a:right>
          <a:top>
            <a:ln w="3175" cap="flat">
              <a:solidFill>
                <a:srgbClr val="A6AAA9"/>
              </a:solidFill>
              <a:prstDash val="solid"/>
              <a:miter lim="400000"/>
            </a:ln>
          </a:top>
          <a:bottom>
            <a:ln w="3175" cap="flat">
              <a:solidFill>
                <a:srgbClr val="A6AAA9"/>
              </a:solidFill>
              <a:prstDash val="solid"/>
              <a:miter lim="400000"/>
            </a:ln>
          </a:bottom>
          <a:insideH>
            <a:ln w="3175" cap="flat">
              <a:solidFill>
                <a:srgbClr val="A6AAA9"/>
              </a:solidFill>
              <a:prstDash val="solid"/>
              <a:miter lim="400000"/>
            </a:ln>
          </a:insideH>
          <a:insideV>
            <a:ln w="3175" cap="flat">
              <a:solidFill>
                <a:srgbClr val="A6AAA9"/>
              </a:solidFill>
              <a:prstDash val="solid"/>
              <a:miter lim="400000"/>
            </a:ln>
          </a:insideV>
        </a:tcBdr>
        <a:fill>
          <a:solidFill>
            <a:srgbClr val="C24785"/>
          </a:solidFill>
        </a:fill>
      </a:tcStyle>
    </a:firstRow>
  </a:tblStyle>
  <a:tblStyle styleId="{33BA23B1-9221-436E-865A-0063620EA4FD}" styleName="">
    <a:tblBg/>
    <a:wholeTbl>
      <a:tcTxStyle b="off" i="off">
        <a:font>
          <a:latin typeface="Helvetica Neue"/>
          <a:ea typeface="Helvetica Neue"/>
          <a:cs typeface="Helvetica Neue"/>
        </a:font>
        <a:srgbClr val="000000"/>
      </a:tcTxStyle>
      <a:tcStyle>
        <a:tcBdr>
          <a:left>
            <a:ln w="3175" cap="flat">
              <a:solidFill>
                <a:srgbClr val="FFFFFF"/>
              </a:solidFill>
              <a:prstDash val="solid"/>
              <a:miter lim="400000"/>
            </a:ln>
          </a:left>
          <a:right>
            <a:ln w="3175" cap="flat">
              <a:solidFill>
                <a:srgbClr val="FFFFFF"/>
              </a:solidFill>
              <a:prstDash val="solid"/>
              <a:miter lim="400000"/>
            </a:ln>
          </a:right>
          <a:top>
            <a:ln w="3175" cap="flat">
              <a:solidFill>
                <a:srgbClr val="FFFFFF"/>
              </a:solidFill>
              <a:prstDash val="solid"/>
              <a:miter lim="400000"/>
            </a:ln>
          </a:top>
          <a:bottom>
            <a:ln w="3175" cap="flat">
              <a:solidFill>
                <a:srgbClr val="FFFFFF"/>
              </a:solidFill>
              <a:prstDash val="solid"/>
              <a:miter lim="400000"/>
            </a:ln>
          </a:bottom>
          <a:insideH>
            <a:ln w="3175" cap="flat">
              <a:solidFill>
                <a:srgbClr val="FFFFFF"/>
              </a:solidFill>
              <a:prstDash val="solid"/>
              <a:miter lim="400000"/>
            </a:ln>
          </a:insideH>
          <a:insideV>
            <a:ln w="3175" cap="flat">
              <a:solidFill>
                <a:srgbClr val="FFFFFF"/>
              </a:solidFill>
              <a:prstDash val="solid"/>
              <a:miter lim="400000"/>
            </a:ln>
          </a:insideV>
        </a:tcBdr>
        <a:fill>
          <a:solidFill>
            <a:srgbClr val="B5B5C1"/>
          </a:solidFill>
        </a:fill>
      </a:tcStyle>
    </a:wholeTbl>
    <a:band2H>
      <a:tcTxStyle/>
      <a:tcStyle>
        <a:tcBdr/>
        <a:fill>
          <a:solidFill>
            <a:srgbClr val="9A9AA5"/>
          </a:solidFill>
        </a:fill>
      </a:tcStyle>
    </a:band2H>
    <a:firstCol>
      <a:tcTxStyle b="on" i="off">
        <a:font>
          <a:latin typeface="Helvetica Neue"/>
          <a:ea typeface="Helvetica Neue"/>
          <a:cs typeface="Helvetica Neue"/>
        </a:font>
        <a:srgbClr val="FFFFFF"/>
      </a:tcTxStyle>
      <a:tcStyle>
        <a:tcBdr>
          <a:left>
            <a:ln w="3175" cap="flat">
              <a:solidFill>
                <a:srgbClr val="FFFFFF"/>
              </a:solidFill>
              <a:prstDash val="solid"/>
              <a:miter lim="400000"/>
            </a:ln>
          </a:left>
          <a:right>
            <a:ln w="3175" cap="flat">
              <a:solidFill>
                <a:srgbClr val="FFFFFF"/>
              </a:solidFill>
              <a:prstDash val="solid"/>
              <a:miter lim="400000"/>
            </a:ln>
          </a:right>
          <a:top>
            <a:ln w="3175" cap="flat">
              <a:solidFill>
                <a:srgbClr val="FFFFFF"/>
              </a:solidFill>
              <a:prstDash val="solid"/>
              <a:miter lim="400000"/>
            </a:ln>
          </a:top>
          <a:bottom>
            <a:ln w="3175" cap="flat">
              <a:solidFill>
                <a:srgbClr val="FFFFFF"/>
              </a:solidFill>
              <a:prstDash val="solid"/>
              <a:miter lim="400000"/>
            </a:ln>
          </a:bottom>
          <a:insideH>
            <a:ln w="3175" cap="flat">
              <a:solidFill>
                <a:srgbClr val="FFFFFF"/>
              </a:solidFill>
              <a:prstDash val="solid"/>
              <a:miter lim="400000"/>
            </a:ln>
          </a:insideH>
          <a:insideV>
            <a:ln w="3175" cap="flat">
              <a:solidFill>
                <a:srgbClr val="FFFFFF"/>
              </a:solidFill>
              <a:prstDash val="solid"/>
              <a:miter lim="400000"/>
            </a:ln>
          </a:insideV>
        </a:tcBdr>
        <a:fill>
          <a:solidFill>
            <a:srgbClr val="53585F"/>
          </a:solidFill>
        </a:fill>
      </a:tcStyle>
    </a:firstCol>
    <a:lastRow>
      <a:tcTxStyle b="on" i="off">
        <a:font>
          <a:latin typeface="Helvetica Neue"/>
          <a:ea typeface="Helvetica Neue"/>
          <a:cs typeface="Helvetica Neue"/>
        </a:font>
        <a:srgbClr val="FFFFFF"/>
      </a:tcTxStyle>
      <a:tcStyle>
        <a:tcBdr>
          <a:left>
            <a:ln w="3175" cap="flat">
              <a:solidFill>
                <a:srgbClr val="FFFFFF"/>
              </a:solidFill>
              <a:prstDash val="solid"/>
              <a:miter lim="400000"/>
            </a:ln>
          </a:left>
          <a:right>
            <a:ln w="3175" cap="flat">
              <a:solidFill>
                <a:srgbClr val="FFFFFF"/>
              </a:solidFill>
              <a:prstDash val="solid"/>
              <a:miter lim="400000"/>
            </a:ln>
          </a:right>
          <a:top>
            <a:ln w="3175" cap="flat">
              <a:solidFill>
                <a:srgbClr val="FFFFFF"/>
              </a:solidFill>
              <a:prstDash val="solid"/>
              <a:miter lim="400000"/>
            </a:ln>
          </a:top>
          <a:bottom>
            <a:ln w="3175" cap="flat">
              <a:solidFill>
                <a:srgbClr val="FFFFFF"/>
              </a:solidFill>
              <a:prstDash val="solid"/>
              <a:miter lim="400000"/>
            </a:ln>
          </a:bottom>
          <a:insideH>
            <a:ln w="3175" cap="flat">
              <a:solidFill>
                <a:srgbClr val="FFFFFF"/>
              </a:solidFill>
              <a:prstDash val="solid"/>
              <a:miter lim="400000"/>
            </a:ln>
          </a:insideH>
          <a:insideV>
            <a:ln w="3175" cap="flat">
              <a:solidFill>
                <a:srgbClr val="FFFFFF"/>
              </a:solidFill>
              <a:prstDash val="solid"/>
              <a:miter lim="400000"/>
            </a:ln>
          </a:insideV>
        </a:tcBdr>
        <a:fill>
          <a:solidFill>
            <a:srgbClr val="798089"/>
          </a:solidFill>
        </a:fill>
      </a:tcStyle>
    </a:lastRow>
    <a:firstRow>
      <a:tcTxStyle b="on" i="off">
        <a:font>
          <a:latin typeface="Helvetica Neue"/>
          <a:ea typeface="Helvetica Neue"/>
          <a:cs typeface="Helvetica Neue"/>
        </a:font>
        <a:srgbClr val="FFFFFF"/>
      </a:tcTxStyle>
      <a:tcStyle>
        <a:tcBdr>
          <a:left>
            <a:ln w="3175" cap="flat">
              <a:solidFill>
                <a:srgbClr val="FFFFFF"/>
              </a:solidFill>
              <a:prstDash val="solid"/>
              <a:miter lim="400000"/>
            </a:ln>
          </a:left>
          <a:right>
            <a:ln w="3175" cap="flat">
              <a:solidFill>
                <a:srgbClr val="FFFFFF"/>
              </a:solidFill>
              <a:prstDash val="solid"/>
              <a:miter lim="400000"/>
            </a:ln>
          </a:right>
          <a:top>
            <a:ln w="3175" cap="flat">
              <a:solidFill>
                <a:srgbClr val="FFFFFF"/>
              </a:solidFill>
              <a:prstDash val="solid"/>
              <a:miter lim="400000"/>
            </a:ln>
          </a:top>
          <a:bottom>
            <a:ln w="3175" cap="flat">
              <a:solidFill>
                <a:srgbClr val="FFFFFF"/>
              </a:solidFill>
              <a:prstDash val="solid"/>
              <a:miter lim="400000"/>
            </a:ln>
          </a:bottom>
          <a:insideH>
            <a:ln w="3175" cap="flat">
              <a:solidFill>
                <a:srgbClr val="FFFFFF"/>
              </a:solidFill>
              <a:prstDash val="solid"/>
              <a:miter lim="400000"/>
            </a:ln>
          </a:insideH>
          <a:insideV>
            <a:ln w="3175" cap="flat">
              <a:solidFill>
                <a:srgbClr val="FFFFFF"/>
              </a:solidFill>
              <a:prstDash val="solid"/>
              <a:miter lim="400000"/>
            </a:ln>
          </a:insideV>
        </a:tcBdr>
        <a:fill>
          <a:solidFill>
            <a:srgbClr val="798089"/>
          </a:solidFill>
        </a:fill>
      </a:tcStyle>
    </a:firstRow>
  </a:tblStyle>
  <a:tblStyle styleId="{2708684C-4D16-4618-839F-0558EEFCDFE6}" styleName="">
    <a:tblBg/>
    <a:wholeTbl>
      <a:tcTxStyle b="off" i="off">
        <a:font>
          <a:latin typeface="Helvetica Neue"/>
          <a:ea typeface="Helvetica Neue"/>
          <a:cs typeface="Helvetica Neue"/>
        </a:font>
        <a:srgbClr val="000000"/>
      </a:tcTxStyle>
      <a:tcStyle>
        <a:tcBdr>
          <a:left>
            <a:ln w="3175" cap="flat">
              <a:solidFill>
                <a:srgbClr val="000000"/>
              </a:solidFill>
              <a:custDash>
                <a:ds d="200000" sp="200000"/>
              </a:custDash>
              <a:miter lim="400000"/>
            </a:ln>
          </a:left>
          <a:right>
            <a:ln w="3175" cap="flat">
              <a:solidFill>
                <a:srgbClr val="000000"/>
              </a:solidFill>
              <a:custDash>
                <a:ds d="200000" sp="200000"/>
              </a:custDash>
              <a:miter lim="400000"/>
            </a:ln>
          </a:right>
          <a:top>
            <a:ln w="3175" cap="flat">
              <a:solidFill>
                <a:srgbClr val="000000"/>
              </a:solidFill>
              <a:custDash>
                <a:ds d="200000" sp="200000"/>
              </a:custDash>
              <a:miter lim="400000"/>
            </a:ln>
          </a:top>
          <a:bottom>
            <a:ln w="3175" cap="flat">
              <a:solidFill>
                <a:srgbClr val="000000"/>
              </a:solidFill>
              <a:custDash>
                <a:ds d="200000" sp="200000"/>
              </a:custDash>
              <a:miter lim="400000"/>
            </a:ln>
          </a:bottom>
          <a:insideH>
            <a:ln w="3175" cap="flat">
              <a:solidFill>
                <a:srgbClr val="000000"/>
              </a:solidFill>
              <a:custDash>
                <a:ds d="200000" sp="200000"/>
              </a:custDash>
              <a:miter lim="400000"/>
            </a:ln>
          </a:insideH>
          <a:insideV>
            <a:ln w="3175"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Neue"/>
          <a:ea typeface="Helvetica Neue"/>
          <a:cs typeface="Helvetica Neue"/>
        </a:font>
        <a:srgbClr val="000000"/>
      </a:tcTxStyle>
      <a:tcStyle>
        <a:tcBdr>
          <a:left>
            <a:ln w="12700" cap="flat">
              <a:noFill/>
              <a:miter lim="400000"/>
            </a:ln>
          </a:left>
          <a:right>
            <a:ln w="3175" cap="flat">
              <a:solidFill>
                <a:srgbClr val="000000"/>
              </a:solidFill>
              <a:prstDash val="solid"/>
              <a:miter lim="400000"/>
            </a:ln>
          </a:right>
          <a:top>
            <a:ln w="3175" cap="flat">
              <a:solidFill>
                <a:srgbClr val="000000"/>
              </a:solidFill>
              <a:custDash>
                <a:ds d="200000" sp="200000"/>
              </a:custDash>
              <a:miter lim="400000"/>
            </a:ln>
          </a:top>
          <a:bottom>
            <a:ln w="3175" cap="flat">
              <a:solidFill>
                <a:srgbClr val="000000"/>
              </a:solidFill>
              <a:custDash>
                <a:ds d="200000" sp="200000"/>
              </a:custDash>
              <a:miter lim="400000"/>
            </a:ln>
          </a:bottom>
          <a:insideH>
            <a:ln w="3175" cap="flat">
              <a:solidFill>
                <a:srgbClr val="000000"/>
              </a:solidFill>
              <a:custDash>
                <a:ds d="200000" sp="200000"/>
              </a:custDash>
              <a:miter lim="400000"/>
            </a:ln>
          </a:insideH>
          <a:insideV>
            <a:ln w="3175" cap="flat">
              <a:solidFill>
                <a:srgbClr val="000000"/>
              </a:solidFill>
              <a:custDash>
                <a:ds d="200000" sp="200000"/>
              </a:custDash>
              <a:miter lim="400000"/>
            </a:ln>
          </a:insideV>
        </a:tcBdr>
        <a:fill>
          <a:noFill/>
        </a:fill>
      </a:tcStyle>
    </a:firstCol>
    <a:lastRow>
      <a:tcTxStyle b="on" i="off">
        <a:font>
          <a:latin typeface="Helvetica Neue"/>
          <a:ea typeface="Helvetica Neue"/>
          <a:cs typeface="Helvetica Neue"/>
        </a:font>
        <a:srgbClr val="000000"/>
      </a:tcTxStyle>
      <a:tcStyle>
        <a:tcBdr>
          <a:left>
            <a:ln w="3175" cap="flat">
              <a:solidFill>
                <a:srgbClr val="000000"/>
              </a:solidFill>
              <a:custDash>
                <a:ds d="200000" sp="200000"/>
              </a:custDash>
              <a:miter lim="400000"/>
            </a:ln>
          </a:left>
          <a:right>
            <a:ln w="3175" cap="flat">
              <a:solidFill>
                <a:srgbClr val="000000"/>
              </a:solidFill>
              <a:custDash>
                <a:ds d="200000" sp="200000"/>
              </a:custDash>
              <a:miter lim="400000"/>
            </a:ln>
          </a:right>
          <a:top>
            <a:ln w="3175" cap="flat">
              <a:solidFill>
                <a:srgbClr val="000000"/>
              </a:solidFill>
              <a:prstDash val="solid"/>
              <a:miter lim="400000"/>
            </a:ln>
          </a:top>
          <a:bottom>
            <a:ln w="12700" cap="flat">
              <a:noFill/>
              <a:miter lim="400000"/>
            </a:ln>
          </a:bottom>
          <a:insideH>
            <a:ln w="3175" cap="flat">
              <a:solidFill>
                <a:srgbClr val="000000"/>
              </a:solidFill>
              <a:custDash>
                <a:ds d="200000" sp="200000"/>
              </a:custDash>
              <a:miter lim="400000"/>
            </a:ln>
          </a:insideH>
          <a:insideV>
            <a:ln w="3175" cap="flat">
              <a:solidFill>
                <a:srgbClr val="000000"/>
              </a:solidFill>
              <a:custDash>
                <a:ds d="200000" sp="200000"/>
              </a:custDash>
              <a:miter lim="400000"/>
            </a:ln>
          </a:insideV>
        </a:tcBdr>
        <a:fill>
          <a:noFill/>
        </a:fill>
      </a:tcStyle>
    </a:lastRow>
    <a:firstRow>
      <a:tcTxStyle b="on" i="off">
        <a:font>
          <a:latin typeface="Helvetica Neue"/>
          <a:ea typeface="Helvetica Neue"/>
          <a:cs typeface="Helvetica Neue"/>
        </a:font>
        <a:srgbClr val="000000"/>
      </a:tcTxStyle>
      <a:tcStyle>
        <a:tcBdr>
          <a:left>
            <a:ln w="3175" cap="flat">
              <a:solidFill>
                <a:srgbClr val="000000"/>
              </a:solidFill>
              <a:custDash>
                <a:ds d="200000" sp="200000"/>
              </a:custDash>
              <a:miter lim="400000"/>
            </a:ln>
          </a:left>
          <a:right>
            <a:ln w="3175" cap="flat">
              <a:solidFill>
                <a:srgbClr val="000000"/>
              </a:solidFill>
              <a:custDash>
                <a:ds d="200000" sp="200000"/>
              </a:custDash>
              <a:miter lim="400000"/>
            </a:ln>
          </a:right>
          <a:top>
            <a:ln w="12700" cap="flat">
              <a:noFill/>
              <a:miter lim="400000"/>
            </a:ln>
          </a:top>
          <a:bottom>
            <a:ln w="3175" cap="flat">
              <a:solidFill>
                <a:srgbClr val="000000"/>
              </a:solidFill>
              <a:prstDash val="solid"/>
              <a:miter lim="400000"/>
            </a:ln>
          </a:bottom>
          <a:insideH>
            <a:ln w="3175" cap="flat">
              <a:solidFill>
                <a:srgbClr val="000000"/>
              </a:solidFill>
              <a:custDash>
                <a:ds d="200000" sp="200000"/>
              </a:custDash>
              <a:miter lim="400000"/>
            </a:ln>
          </a:insideH>
          <a:insideV>
            <a:ln w="3175" cap="flat">
              <a:solidFill>
                <a:srgbClr val="000000"/>
              </a:solidFill>
              <a:custDash>
                <a:ds d="200000" sp="200000"/>
              </a:custDash>
              <a:miter lim="400000"/>
            </a:ln>
          </a:insideV>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799" autoAdjust="0"/>
    <p:restoredTop sz="94564"/>
  </p:normalViewPr>
  <p:slideViewPr>
    <p:cSldViewPr snapToGrid="0" snapToObjects="1">
      <p:cViewPr>
        <p:scale>
          <a:sx n="63" d="100"/>
          <a:sy n="63" d="100"/>
        </p:scale>
        <p:origin x="480" y="1016"/>
      </p:cViewPr>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6" name="Shape 116"/>
          <p:cNvSpPr>
            <a:spLocks noGrp="1" noRot="1" noChangeAspect="1"/>
          </p:cNvSpPr>
          <p:nvPr>
            <p:ph type="sldImg"/>
          </p:nvPr>
        </p:nvSpPr>
        <p:spPr>
          <a:xfrm>
            <a:off x="381000" y="685800"/>
            <a:ext cx="6096000" cy="3429000"/>
          </a:xfrm>
          <a:prstGeom prst="rect">
            <a:avLst/>
          </a:prstGeom>
        </p:spPr>
        <p:txBody>
          <a:bodyPr/>
          <a:lstStyle/>
          <a:p>
            <a:endParaRPr/>
          </a:p>
        </p:txBody>
      </p:sp>
      <p:sp>
        <p:nvSpPr>
          <p:cNvPr id="117" name="Shape 117"/>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olo e sottotitolo">
    <p:spTree>
      <p:nvGrpSpPr>
        <p:cNvPr id="1" name=""/>
        <p:cNvGrpSpPr/>
        <p:nvPr/>
      </p:nvGrpSpPr>
      <p:grpSpPr>
        <a:xfrm>
          <a:off x="0" y="0"/>
          <a:ext cx="0" cy="0"/>
          <a:chOff x="0" y="0"/>
          <a:chExt cx="0" cy="0"/>
        </a:xfrm>
      </p:grpSpPr>
      <p:sp>
        <p:nvSpPr>
          <p:cNvPr id="11" name="Titolo Testo"/>
          <p:cNvSpPr txBox="1">
            <a:spLocks noGrp="1"/>
          </p:cNvSpPr>
          <p:nvPr>
            <p:ph type="title"/>
          </p:nvPr>
        </p:nvSpPr>
        <p:spPr>
          <a:prstGeom prst="rect">
            <a:avLst/>
          </a:prstGeom>
        </p:spPr>
        <p:txBody>
          <a:bodyPr/>
          <a:lstStyle/>
          <a:p>
            <a:r>
              <a:t>Titolo Testo</a:t>
            </a:r>
          </a:p>
        </p:txBody>
      </p:sp>
      <p:sp>
        <p:nvSpPr>
          <p:cNvPr id="12" name="Corpo livello uno…"/>
          <p:cNvSpPr txBox="1">
            <a:spLocks noGrp="1"/>
          </p:cNvSpPr>
          <p:nvPr>
            <p:ph type="body" sz="quarter" idx="1"/>
          </p:nvPr>
        </p:nvSpPr>
        <p:spPr>
          <a:prstGeom prst="rect">
            <a:avLst/>
          </a:prstGeom>
        </p:spPr>
        <p:txBody>
          <a:bodyPr/>
          <a:lstStyle/>
          <a:p>
            <a:r>
              <a:t>Corpo livello uno</a:t>
            </a:r>
          </a:p>
          <a:p>
            <a:pPr lvl="1"/>
            <a:r>
              <a:t>Corpo livello due</a:t>
            </a:r>
          </a:p>
          <a:p>
            <a:pPr lvl="2"/>
            <a:r>
              <a:t>Corpo livello tre</a:t>
            </a:r>
          </a:p>
          <a:p>
            <a:pPr lvl="3"/>
            <a:r>
              <a:t>Corpo livello quattro</a:t>
            </a:r>
          </a:p>
          <a:p>
            <a:pPr lvl="4"/>
            <a:r>
              <a:t>Corpo livello cinque</a:t>
            </a:r>
          </a:p>
        </p:txBody>
      </p:sp>
      <p:sp>
        <p:nvSpPr>
          <p:cNvPr id="13" name="Numero diapositiva"/>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Punti elenco">
    <p:spTree>
      <p:nvGrpSpPr>
        <p:cNvPr id="1" name=""/>
        <p:cNvGrpSpPr/>
        <p:nvPr/>
      </p:nvGrpSpPr>
      <p:grpSpPr>
        <a:xfrm>
          <a:off x="0" y="0"/>
          <a:ext cx="0" cy="0"/>
          <a:chOff x="0" y="0"/>
          <a:chExt cx="0" cy="0"/>
        </a:xfrm>
      </p:grpSpPr>
      <p:sp>
        <p:nvSpPr>
          <p:cNvPr id="75" name="Corpo livello uno…"/>
          <p:cNvSpPr txBox="1">
            <a:spLocks noGrp="1"/>
          </p:cNvSpPr>
          <p:nvPr>
            <p:ph type="body" sz="half" idx="1"/>
          </p:nvPr>
        </p:nvSpPr>
        <p:spPr>
          <a:xfrm>
            <a:off x="3068413" y="2844799"/>
            <a:ext cx="11203438" cy="4064002"/>
          </a:xfrm>
          <a:prstGeom prst="rect">
            <a:avLst/>
          </a:prstGeom>
        </p:spPr>
        <p:txBody>
          <a:bodyPr anchor="ctr"/>
          <a:lstStyle>
            <a:lvl1pPr marL="564472" indent="-564472" algn="l">
              <a:spcBef>
                <a:spcPts val="5467"/>
              </a:spcBef>
              <a:buSzPct val="125000"/>
              <a:buChar char="•"/>
              <a:defRPr sz="4267"/>
            </a:lvl1pPr>
            <a:lvl2pPr marL="1411181" indent="-564472" algn="l">
              <a:spcBef>
                <a:spcPts val="5467"/>
              </a:spcBef>
              <a:buSzPct val="125000"/>
              <a:buChar char="•"/>
              <a:defRPr sz="4267"/>
            </a:lvl2pPr>
            <a:lvl3pPr marL="2257890" indent="-564472" algn="l">
              <a:spcBef>
                <a:spcPts val="5467"/>
              </a:spcBef>
              <a:buSzPct val="125000"/>
              <a:buChar char="•"/>
              <a:defRPr sz="4267"/>
            </a:lvl3pPr>
            <a:lvl4pPr marL="3104599" indent="-564472" algn="l">
              <a:spcBef>
                <a:spcPts val="5467"/>
              </a:spcBef>
              <a:buSzPct val="125000"/>
              <a:buChar char="•"/>
              <a:defRPr sz="4267"/>
            </a:lvl4pPr>
            <a:lvl5pPr marL="3951308" indent="-564472" algn="l">
              <a:spcBef>
                <a:spcPts val="5467"/>
              </a:spcBef>
              <a:buSzPct val="125000"/>
              <a:buChar char="•"/>
              <a:defRPr sz="4267"/>
            </a:lvl5pPr>
          </a:lstStyle>
          <a:p>
            <a:r>
              <a:t>Corpo livello uno</a:t>
            </a:r>
          </a:p>
          <a:p>
            <a:pPr lvl="1"/>
            <a:r>
              <a:t>Corpo livello due</a:t>
            </a:r>
          </a:p>
          <a:p>
            <a:pPr lvl="2"/>
            <a:r>
              <a:t>Corpo livello tre</a:t>
            </a:r>
          </a:p>
          <a:p>
            <a:pPr lvl="3"/>
            <a:r>
              <a:t>Corpo livello quattro</a:t>
            </a:r>
          </a:p>
          <a:p>
            <a:pPr lvl="4"/>
            <a:r>
              <a:t>Corpo livello cinque</a:t>
            </a:r>
          </a:p>
        </p:txBody>
      </p:sp>
      <p:sp>
        <p:nvSpPr>
          <p:cNvPr id="76" name="Numero diapositiva"/>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Foto - 3 per pagina">
    <p:spTree>
      <p:nvGrpSpPr>
        <p:cNvPr id="1" name=""/>
        <p:cNvGrpSpPr/>
        <p:nvPr/>
      </p:nvGrpSpPr>
      <p:grpSpPr>
        <a:xfrm>
          <a:off x="0" y="0"/>
          <a:ext cx="0" cy="0"/>
          <a:chOff x="0" y="0"/>
          <a:chExt cx="0" cy="0"/>
        </a:xfrm>
      </p:grpSpPr>
      <p:sp>
        <p:nvSpPr>
          <p:cNvPr id="83" name="Immagine"/>
          <p:cNvSpPr>
            <a:spLocks noGrp="1"/>
          </p:cNvSpPr>
          <p:nvPr>
            <p:ph type="pic" sz="quarter" idx="13"/>
          </p:nvPr>
        </p:nvSpPr>
        <p:spPr>
          <a:xfrm>
            <a:off x="10531170" y="4947921"/>
            <a:ext cx="4478366" cy="2240281"/>
          </a:xfrm>
          <a:prstGeom prst="rect">
            <a:avLst/>
          </a:prstGeom>
        </p:spPr>
        <p:txBody>
          <a:bodyPr lIns="91439" tIns="45719" rIns="91439" bIns="45719">
            <a:noAutofit/>
          </a:bodyPr>
          <a:lstStyle/>
          <a:p>
            <a:endParaRPr/>
          </a:p>
        </p:txBody>
      </p:sp>
      <p:sp>
        <p:nvSpPr>
          <p:cNvPr id="84" name="Immagine"/>
          <p:cNvSpPr>
            <a:spLocks noGrp="1"/>
          </p:cNvSpPr>
          <p:nvPr>
            <p:ph type="pic" sz="quarter" idx="14"/>
          </p:nvPr>
        </p:nvSpPr>
        <p:spPr>
          <a:xfrm>
            <a:off x="10322876" y="2585720"/>
            <a:ext cx="4443444" cy="2221655"/>
          </a:xfrm>
          <a:prstGeom prst="rect">
            <a:avLst/>
          </a:prstGeom>
        </p:spPr>
        <p:txBody>
          <a:bodyPr lIns="91439" tIns="45719" rIns="91439" bIns="45719">
            <a:noAutofit/>
          </a:bodyPr>
          <a:lstStyle/>
          <a:p>
            <a:endParaRPr/>
          </a:p>
        </p:txBody>
      </p:sp>
      <p:sp>
        <p:nvSpPr>
          <p:cNvPr id="85" name="Immagine"/>
          <p:cNvSpPr>
            <a:spLocks noGrp="1"/>
          </p:cNvSpPr>
          <p:nvPr>
            <p:ph type="pic" sz="half" idx="15"/>
          </p:nvPr>
        </p:nvSpPr>
        <p:spPr>
          <a:xfrm>
            <a:off x="2004967" y="2585719"/>
            <a:ext cx="9174763" cy="4587242"/>
          </a:xfrm>
          <a:prstGeom prst="rect">
            <a:avLst/>
          </a:prstGeom>
        </p:spPr>
        <p:txBody>
          <a:bodyPr lIns="91439" tIns="45719" rIns="91439" bIns="45719">
            <a:noAutofit/>
          </a:bodyPr>
          <a:lstStyle/>
          <a:p>
            <a:endParaRPr/>
          </a:p>
        </p:txBody>
      </p:sp>
      <p:sp>
        <p:nvSpPr>
          <p:cNvPr id="86" name="Numero diapositiva"/>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Citazione">
    <p:spTree>
      <p:nvGrpSpPr>
        <p:cNvPr id="1" name=""/>
        <p:cNvGrpSpPr/>
        <p:nvPr/>
      </p:nvGrpSpPr>
      <p:grpSpPr>
        <a:xfrm>
          <a:off x="0" y="0"/>
          <a:ext cx="0" cy="0"/>
          <a:chOff x="0" y="0"/>
          <a:chExt cx="0" cy="0"/>
        </a:xfrm>
      </p:grpSpPr>
      <p:sp>
        <p:nvSpPr>
          <p:cNvPr id="93" name="–Giovanni Mela"/>
          <p:cNvSpPr txBox="1">
            <a:spLocks noGrp="1"/>
          </p:cNvSpPr>
          <p:nvPr>
            <p:ph type="body" sz="quarter" idx="13"/>
          </p:nvPr>
        </p:nvSpPr>
        <p:spPr>
          <a:xfrm>
            <a:off x="3440957" y="5715001"/>
            <a:ext cx="10465122" cy="451470"/>
          </a:xfrm>
          <a:prstGeom prst="rect">
            <a:avLst/>
          </a:prstGeom>
        </p:spPr>
        <p:txBody>
          <a:bodyPr>
            <a:spAutoFit/>
          </a:bodyPr>
          <a:lstStyle>
            <a:lvl1pPr>
              <a:defRPr sz="2667" i="1"/>
            </a:lvl1pPr>
          </a:lstStyle>
          <a:p>
            <a:r>
              <a:t>–Giovanni Mela</a:t>
            </a:r>
          </a:p>
        </p:txBody>
      </p:sp>
      <p:sp>
        <p:nvSpPr>
          <p:cNvPr id="94" name="“Inserisci qui una citazione”."/>
          <p:cNvSpPr txBox="1">
            <a:spLocks noGrp="1"/>
          </p:cNvSpPr>
          <p:nvPr>
            <p:ph type="body" sz="quarter" idx="14"/>
          </p:nvPr>
        </p:nvSpPr>
        <p:spPr>
          <a:xfrm>
            <a:off x="3440957" y="4380634"/>
            <a:ext cx="10465122" cy="697692"/>
          </a:xfrm>
          <a:prstGeom prst="rect">
            <a:avLst/>
          </a:prstGeom>
        </p:spPr>
        <p:txBody>
          <a:bodyPr anchor="ctr">
            <a:spAutoFit/>
          </a:bodyPr>
          <a:lstStyle>
            <a:lvl1pPr>
              <a:defRPr sz="4267">
                <a:latin typeface="+mn-lt"/>
                <a:ea typeface="+mn-ea"/>
                <a:cs typeface="+mn-cs"/>
                <a:sym typeface="Helvetica Neue Medium"/>
              </a:defRPr>
            </a:lvl1pPr>
          </a:lstStyle>
          <a:p>
            <a:r>
              <a:t>“Inserisci qui una citazione”. </a:t>
            </a:r>
          </a:p>
        </p:txBody>
      </p:sp>
      <p:sp>
        <p:nvSpPr>
          <p:cNvPr id="95" name="Numero diapositiva"/>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Foto">
    <p:spTree>
      <p:nvGrpSpPr>
        <p:cNvPr id="1" name=""/>
        <p:cNvGrpSpPr/>
        <p:nvPr/>
      </p:nvGrpSpPr>
      <p:grpSpPr>
        <a:xfrm>
          <a:off x="0" y="0"/>
          <a:ext cx="0" cy="0"/>
          <a:chOff x="0" y="0"/>
          <a:chExt cx="0" cy="0"/>
        </a:xfrm>
      </p:grpSpPr>
      <p:sp>
        <p:nvSpPr>
          <p:cNvPr id="102" name="Immagine"/>
          <p:cNvSpPr>
            <a:spLocks noGrp="1"/>
          </p:cNvSpPr>
          <p:nvPr>
            <p:ph type="pic" idx="13"/>
          </p:nvPr>
        </p:nvSpPr>
        <p:spPr>
          <a:xfrm>
            <a:off x="2167532" y="2133600"/>
            <a:ext cx="13005200" cy="6505789"/>
          </a:xfrm>
          <a:prstGeom prst="rect">
            <a:avLst/>
          </a:prstGeom>
        </p:spPr>
        <p:txBody>
          <a:bodyPr lIns="91439" tIns="45719" rIns="91439" bIns="45719">
            <a:noAutofit/>
          </a:bodyPr>
          <a:lstStyle/>
          <a:p>
            <a:endParaRPr/>
          </a:p>
        </p:txBody>
      </p:sp>
      <p:sp>
        <p:nvSpPr>
          <p:cNvPr id="103" name="Numero diapositiva"/>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Vuoto">
    <p:spTree>
      <p:nvGrpSpPr>
        <p:cNvPr id="1" name=""/>
        <p:cNvGrpSpPr/>
        <p:nvPr/>
      </p:nvGrpSpPr>
      <p:grpSpPr>
        <a:xfrm>
          <a:off x="0" y="0"/>
          <a:ext cx="0" cy="0"/>
          <a:chOff x="0" y="0"/>
          <a:chExt cx="0" cy="0"/>
        </a:xfrm>
      </p:grpSpPr>
      <p:sp>
        <p:nvSpPr>
          <p:cNvPr id="110" name="Numero diapositiva"/>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olo Testo"/>
          <p:cNvSpPr txBox="1">
            <a:spLocks noGrp="1"/>
          </p:cNvSpPr>
          <p:nvPr>
            <p:ph type="title"/>
          </p:nvPr>
        </p:nvSpPr>
        <p:spPr>
          <a:xfrm>
            <a:off x="3115827" y="3053080"/>
            <a:ext cx="11108609" cy="1859281"/>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0320" tIns="20320" rIns="20320" bIns="20320" anchor="b">
            <a:normAutofit/>
          </a:bodyPr>
          <a:lstStyle/>
          <a:p>
            <a:r>
              <a:t>Titolo Testo</a:t>
            </a:r>
          </a:p>
        </p:txBody>
      </p:sp>
      <p:sp>
        <p:nvSpPr>
          <p:cNvPr id="3" name="Corpo livello uno…"/>
          <p:cNvSpPr txBox="1">
            <a:spLocks noGrp="1"/>
          </p:cNvSpPr>
          <p:nvPr>
            <p:ph type="body" idx="1"/>
          </p:nvPr>
        </p:nvSpPr>
        <p:spPr>
          <a:xfrm>
            <a:off x="3115827" y="4963160"/>
            <a:ext cx="11108609" cy="635001"/>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0320" tIns="20320" rIns="20320" bIns="20320">
            <a:normAutofit/>
          </a:bodyPr>
          <a:lstStyle/>
          <a:p>
            <a:r>
              <a:t>Corpo livello uno</a:t>
            </a:r>
          </a:p>
          <a:p>
            <a:pPr lvl="1"/>
            <a:r>
              <a:t>Corpo livello due</a:t>
            </a:r>
          </a:p>
          <a:p>
            <a:pPr lvl="2"/>
            <a:r>
              <a:t>Corpo livello tre</a:t>
            </a:r>
          </a:p>
          <a:p>
            <a:pPr lvl="3"/>
            <a:r>
              <a:t>Corpo livello quattro</a:t>
            </a:r>
          </a:p>
          <a:p>
            <a:pPr lvl="4"/>
            <a:r>
              <a:t>Corpo livello cinque</a:t>
            </a:r>
          </a:p>
        </p:txBody>
      </p:sp>
      <p:sp>
        <p:nvSpPr>
          <p:cNvPr id="4" name="Numero diapositiva"/>
          <p:cNvSpPr txBox="1">
            <a:spLocks noGrp="1"/>
          </p:cNvSpPr>
          <p:nvPr>
            <p:ph type="sldNum" sz="quarter" idx="2"/>
          </p:nvPr>
        </p:nvSpPr>
        <p:spPr>
          <a:xfrm>
            <a:off x="8517184" y="7366001"/>
            <a:ext cx="299121" cy="328360"/>
          </a:xfrm>
          <a:prstGeom prst="rect">
            <a:avLst/>
          </a:prstGeom>
          <a:ln w="3175">
            <a:miter lim="400000"/>
          </a:ln>
        </p:spPr>
        <p:txBody>
          <a:bodyPr wrap="none" lIns="20320" tIns="20320" rIns="20320" bIns="20320">
            <a:spAutoFit/>
          </a:bodyPr>
          <a:lstStyle>
            <a:lvl1pPr>
              <a:defRPr sz="1867" b="0">
                <a:latin typeface="Helvetica Neue Light"/>
                <a:ea typeface="Helvetica Neue Light"/>
                <a:cs typeface="Helvetica Neue Light"/>
                <a:sym typeface="Helvetica Neue Light"/>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6" r:id="rId2"/>
    <p:sldLayoutId id="2147483657" r:id="rId3"/>
    <p:sldLayoutId id="2147483658" r:id="rId4"/>
    <p:sldLayoutId id="2147483659" r:id="rId5"/>
    <p:sldLayoutId id="2147483660" r:id="rId6"/>
  </p:sldLayoutIdLst>
  <p:transition spd="med"/>
  <p:txStyles>
    <p:titleStyle>
      <a:lvl1pPr marL="0" marR="0" indent="0" algn="ctr" defTabSz="782735" rtl="0" latinLnBrk="0">
        <a:lnSpc>
          <a:spcPct val="100000"/>
        </a:lnSpc>
        <a:spcBef>
          <a:spcPts val="0"/>
        </a:spcBef>
        <a:spcAft>
          <a:spcPts val="0"/>
        </a:spcAft>
        <a:buClrTx/>
        <a:buSzTx/>
        <a:buFontTx/>
        <a:buNone/>
        <a:tabLst/>
        <a:defRPr sz="10134" b="0" i="0" u="none" strike="noStrike" cap="none" spc="0" baseline="0">
          <a:solidFill>
            <a:srgbClr val="000000"/>
          </a:solidFill>
          <a:uFillTx/>
          <a:latin typeface="+mn-lt"/>
          <a:ea typeface="+mn-ea"/>
          <a:cs typeface="+mn-cs"/>
          <a:sym typeface="Helvetica Neue Medium"/>
        </a:defRPr>
      </a:lvl1pPr>
      <a:lvl2pPr marL="0" marR="0" indent="0" algn="ctr" defTabSz="782735" rtl="0" latinLnBrk="0">
        <a:lnSpc>
          <a:spcPct val="100000"/>
        </a:lnSpc>
        <a:spcBef>
          <a:spcPts val="0"/>
        </a:spcBef>
        <a:spcAft>
          <a:spcPts val="0"/>
        </a:spcAft>
        <a:buClrTx/>
        <a:buSzTx/>
        <a:buFontTx/>
        <a:buNone/>
        <a:tabLst/>
        <a:defRPr sz="10134" b="0" i="0" u="none" strike="noStrike" cap="none" spc="0" baseline="0">
          <a:solidFill>
            <a:srgbClr val="000000"/>
          </a:solidFill>
          <a:uFillTx/>
          <a:latin typeface="+mn-lt"/>
          <a:ea typeface="+mn-ea"/>
          <a:cs typeface="+mn-cs"/>
          <a:sym typeface="Helvetica Neue Medium"/>
        </a:defRPr>
      </a:lvl2pPr>
      <a:lvl3pPr marL="0" marR="0" indent="0" algn="ctr" defTabSz="782735" rtl="0" latinLnBrk="0">
        <a:lnSpc>
          <a:spcPct val="100000"/>
        </a:lnSpc>
        <a:spcBef>
          <a:spcPts val="0"/>
        </a:spcBef>
        <a:spcAft>
          <a:spcPts val="0"/>
        </a:spcAft>
        <a:buClrTx/>
        <a:buSzTx/>
        <a:buFontTx/>
        <a:buNone/>
        <a:tabLst/>
        <a:defRPr sz="10134" b="0" i="0" u="none" strike="noStrike" cap="none" spc="0" baseline="0">
          <a:solidFill>
            <a:srgbClr val="000000"/>
          </a:solidFill>
          <a:uFillTx/>
          <a:latin typeface="+mn-lt"/>
          <a:ea typeface="+mn-ea"/>
          <a:cs typeface="+mn-cs"/>
          <a:sym typeface="Helvetica Neue Medium"/>
        </a:defRPr>
      </a:lvl3pPr>
      <a:lvl4pPr marL="0" marR="0" indent="0" algn="ctr" defTabSz="782735" rtl="0" latinLnBrk="0">
        <a:lnSpc>
          <a:spcPct val="100000"/>
        </a:lnSpc>
        <a:spcBef>
          <a:spcPts val="0"/>
        </a:spcBef>
        <a:spcAft>
          <a:spcPts val="0"/>
        </a:spcAft>
        <a:buClrTx/>
        <a:buSzTx/>
        <a:buFontTx/>
        <a:buNone/>
        <a:tabLst/>
        <a:defRPr sz="10134" b="0" i="0" u="none" strike="noStrike" cap="none" spc="0" baseline="0">
          <a:solidFill>
            <a:srgbClr val="000000"/>
          </a:solidFill>
          <a:uFillTx/>
          <a:latin typeface="+mn-lt"/>
          <a:ea typeface="+mn-ea"/>
          <a:cs typeface="+mn-cs"/>
          <a:sym typeface="Helvetica Neue Medium"/>
        </a:defRPr>
      </a:lvl4pPr>
      <a:lvl5pPr marL="0" marR="0" indent="0" algn="ctr" defTabSz="782735" rtl="0" latinLnBrk="0">
        <a:lnSpc>
          <a:spcPct val="100000"/>
        </a:lnSpc>
        <a:spcBef>
          <a:spcPts val="0"/>
        </a:spcBef>
        <a:spcAft>
          <a:spcPts val="0"/>
        </a:spcAft>
        <a:buClrTx/>
        <a:buSzTx/>
        <a:buFontTx/>
        <a:buNone/>
        <a:tabLst/>
        <a:defRPr sz="10134" b="0" i="0" u="none" strike="noStrike" cap="none" spc="0" baseline="0">
          <a:solidFill>
            <a:srgbClr val="000000"/>
          </a:solidFill>
          <a:uFillTx/>
          <a:latin typeface="+mn-lt"/>
          <a:ea typeface="+mn-ea"/>
          <a:cs typeface="+mn-cs"/>
          <a:sym typeface="Helvetica Neue Medium"/>
        </a:defRPr>
      </a:lvl5pPr>
      <a:lvl6pPr marL="0" marR="0" indent="0" algn="ctr" defTabSz="782735" rtl="0" latinLnBrk="0">
        <a:lnSpc>
          <a:spcPct val="100000"/>
        </a:lnSpc>
        <a:spcBef>
          <a:spcPts val="0"/>
        </a:spcBef>
        <a:spcAft>
          <a:spcPts val="0"/>
        </a:spcAft>
        <a:buClrTx/>
        <a:buSzTx/>
        <a:buFontTx/>
        <a:buNone/>
        <a:tabLst/>
        <a:defRPr sz="10134" b="0" i="0" u="none" strike="noStrike" cap="none" spc="0" baseline="0">
          <a:solidFill>
            <a:srgbClr val="000000"/>
          </a:solidFill>
          <a:uFillTx/>
          <a:latin typeface="+mn-lt"/>
          <a:ea typeface="+mn-ea"/>
          <a:cs typeface="+mn-cs"/>
          <a:sym typeface="Helvetica Neue Medium"/>
        </a:defRPr>
      </a:lvl6pPr>
      <a:lvl7pPr marL="0" marR="0" indent="0" algn="ctr" defTabSz="782735" rtl="0" latinLnBrk="0">
        <a:lnSpc>
          <a:spcPct val="100000"/>
        </a:lnSpc>
        <a:spcBef>
          <a:spcPts val="0"/>
        </a:spcBef>
        <a:spcAft>
          <a:spcPts val="0"/>
        </a:spcAft>
        <a:buClrTx/>
        <a:buSzTx/>
        <a:buFontTx/>
        <a:buNone/>
        <a:tabLst/>
        <a:defRPr sz="10134" b="0" i="0" u="none" strike="noStrike" cap="none" spc="0" baseline="0">
          <a:solidFill>
            <a:srgbClr val="000000"/>
          </a:solidFill>
          <a:uFillTx/>
          <a:latin typeface="+mn-lt"/>
          <a:ea typeface="+mn-ea"/>
          <a:cs typeface="+mn-cs"/>
          <a:sym typeface="Helvetica Neue Medium"/>
        </a:defRPr>
      </a:lvl7pPr>
      <a:lvl8pPr marL="0" marR="0" indent="0" algn="ctr" defTabSz="782735" rtl="0" latinLnBrk="0">
        <a:lnSpc>
          <a:spcPct val="100000"/>
        </a:lnSpc>
        <a:spcBef>
          <a:spcPts val="0"/>
        </a:spcBef>
        <a:spcAft>
          <a:spcPts val="0"/>
        </a:spcAft>
        <a:buClrTx/>
        <a:buSzTx/>
        <a:buFontTx/>
        <a:buNone/>
        <a:tabLst/>
        <a:defRPr sz="10134" b="0" i="0" u="none" strike="noStrike" cap="none" spc="0" baseline="0">
          <a:solidFill>
            <a:srgbClr val="000000"/>
          </a:solidFill>
          <a:uFillTx/>
          <a:latin typeface="+mn-lt"/>
          <a:ea typeface="+mn-ea"/>
          <a:cs typeface="+mn-cs"/>
          <a:sym typeface="Helvetica Neue Medium"/>
        </a:defRPr>
      </a:lvl8pPr>
      <a:lvl9pPr marL="0" marR="0" indent="0" algn="ctr" defTabSz="782735" rtl="0" latinLnBrk="0">
        <a:lnSpc>
          <a:spcPct val="100000"/>
        </a:lnSpc>
        <a:spcBef>
          <a:spcPts val="0"/>
        </a:spcBef>
        <a:spcAft>
          <a:spcPts val="0"/>
        </a:spcAft>
        <a:buClrTx/>
        <a:buSzTx/>
        <a:buFontTx/>
        <a:buNone/>
        <a:tabLst/>
        <a:defRPr sz="10134" b="0" i="0" u="none" strike="noStrike" cap="none" spc="0" baseline="0">
          <a:solidFill>
            <a:srgbClr val="000000"/>
          </a:solidFill>
          <a:uFillTx/>
          <a:latin typeface="+mn-lt"/>
          <a:ea typeface="+mn-ea"/>
          <a:cs typeface="+mn-cs"/>
          <a:sym typeface="Helvetica Neue Medium"/>
        </a:defRPr>
      </a:lvl9pPr>
    </p:titleStyle>
    <p:bodyStyle>
      <a:lvl1pPr marL="0" marR="0" indent="0" algn="ctr" defTabSz="782735" rtl="0" latinLnBrk="0">
        <a:lnSpc>
          <a:spcPct val="100000"/>
        </a:lnSpc>
        <a:spcBef>
          <a:spcPts val="0"/>
        </a:spcBef>
        <a:spcAft>
          <a:spcPts val="0"/>
        </a:spcAft>
        <a:buClrTx/>
        <a:buSzTx/>
        <a:buFontTx/>
        <a:buNone/>
        <a:tabLst/>
        <a:defRPr sz="4800" b="0" i="0" u="none" strike="noStrike" cap="none" spc="0" baseline="0">
          <a:solidFill>
            <a:srgbClr val="000000"/>
          </a:solidFill>
          <a:uFillTx/>
          <a:latin typeface="Helvetica Neue"/>
          <a:ea typeface="Helvetica Neue"/>
          <a:cs typeface="Helvetica Neue"/>
          <a:sym typeface="Helvetica Neue"/>
        </a:defRPr>
      </a:lvl1pPr>
      <a:lvl2pPr marL="0" marR="0" indent="0" algn="ctr" defTabSz="782735" rtl="0" latinLnBrk="0">
        <a:lnSpc>
          <a:spcPct val="100000"/>
        </a:lnSpc>
        <a:spcBef>
          <a:spcPts val="0"/>
        </a:spcBef>
        <a:spcAft>
          <a:spcPts val="0"/>
        </a:spcAft>
        <a:buClrTx/>
        <a:buSzTx/>
        <a:buFontTx/>
        <a:buNone/>
        <a:tabLst/>
        <a:defRPr sz="4800" b="0" i="0" u="none" strike="noStrike" cap="none" spc="0" baseline="0">
          <a:solidFill>
            <a:srgbClr val="000000"/>
          </a:solidFill>
          <a:uFillTx/>
          <a:latin typeface="Helvetica Neue"/>
          <a:ea typeface="Helvetica Neue"/>
          <a:cs typeface="Helvetica Neue"/>
          <a:sym typeface="Helvetica Neue"/>
        </a:defRPr>
      </a:lvl2pPr>
      <a:lvl3pPr marL="0" marR="0" indent="0" algn="ctr" defTabSz="782735" rtl="0" latinLnBrk="0">
        <a:lnSpc>
          <a:spcPct val="100000"/>
        </a:lnSpc>
        <a:spcBef>
          <a:spcPts val="0"/>
        </a:spcBef>
        <a:spcAft>
          <a:spcPts val="0"/>
        </a:spcAft>
        <a:buClrTx/>
        <a:buSzTx/>
        <a:buFontTx/>
        <a:buNone/>
        <a:tabLst/>
        <a:defRPr sz="4800" b="0" i="0" u="none" strike="noStrike" cap="none" spc="0" baseline="0">
          <a:solidFill>
            <a:srgbClr val="000000"/>
          </a:solidFill>
          <a:uFillTx/>
          <a:latin typeface="Helvetica Neue"/>
          <a:ea typeface="Helvetica Neue"/>
          <a:cs typeface="Helvetica Neue"/>
          <a:sym typeface="Helvetica Neue"/>
        </a:defRPr>
      </a:lvl3pPr>
      <a:lvl4pPr marL="0" marR="0" indent="0" algn="ctr" defTabSz="782735" rtl="0" latinLnBrk="0">
        <a:lnSpc>
          <a:spcPct val="100000"/>
        </a:lnSpc>
        <a:spcBef>
          <a:spcPts val="0"/>
        </a:spcBef>
        <a:spcAft>
          <a:spcPts val="0"/>
        </a:spcAft>
        <a:buClrTx/>
        <a:buSzTx/>
        <a:buFontTx/>
        <a:buNone/>
        <a:tabLst/>
        <a:defRPr sz="4800" b="0" i="0" u="none" strike="noStrike" cap="none" spc="0" baseline="0">
          <a:solidFill>
            <a:srgbClr val="000000"/>
          </a:solidFill>
          <a:uFillTx/>
          <a:latin typeface="Helvetica Neue"/>
          <a:ea typeface="Helvetica Neue"/>
          <a:cs typeface="Helvetica Neue"/>
          <a:sym typeface="Helvetica Neue"/>
        </a:defRPr>
      </a:lvl4pPr>
      <a:lvl5pPr marL="0" marR="0" indent="0" algn="ctr" defTabSz="782735" rtl="0" latinLnBrk="0">
        <a:lnSpc>
          <a:spcPct val="100000"/>
        </a:lnSpc>
        <a:spcBef>
          <a:spcPts val="0"/>
        </a:spcBef>
        <a:spcAft>
          <a:spcPts val="0"/>
        </a:spcAft>
        <a:buClrTx/>
        <a:buSzTx/>
        <a:buFontTx/>
        <a:buNone/>
        <a:tabLst/>
        <a:defRPr sz="4800" b="0" i="0" u="none" strike="noStrike" cap="none" spc="0" baseline="0">
          <a:solidFill>
            <a:srgbClr val="000000"/>
          </a:solidFill>
          <a:uFillTx/>
          <a:latin typeface="Helvetica Neue"/>
          <a:ea typeface="Helvetica Neue"/>
          <a:cs typeface="Helvetica Neue"/>
          <a:sym typeface="Helvetica Neue"/>
        </a:defRPr>
      </a:lvl5pPr>
      <a:lvl6pPr marL="0" marR="0" indent="474157" algn="ctr" defTabSz="782735" rtl="0" latinLnBrk="0">
        <a:lnSpc>
          <a:spcPct val="100000"/>
        </a:lnSpc>
        <a:spcBef>
          <a:spcPts val="0"/>
        </a:spcBef>
        <a:spcAft>
          <a:spcPts val="0"/>
        </a:spcAft>
        <a:buClrTx/>
        <a:buSzTx/>
        <a:buFontTx/>
        <a:buNone/>
        <a:tabLst/>
        <a:defRPr sz="4800" b="0" i="0" u="none" strike="noStrike" cap="none" spc="0" baseline="0">
          <a:solidFill>
            <a:srgbClr val="000000"/>
          </a:solidFill>
          <a:uFillTx/>
          <a:latin typeface="Helvetica Neue"/>
          <a:ea typeface="Helvetica Neue"/>
          <a:cs typeface="Helvetica Neue"/>
          <a:sym typeface="Helvetica Neue"/>
        </a:defRPr>
      </a:lvl6pPr>
      <a:lvl7pPr marL="0" marR="0" indent="948314" algn="ctr" defTabSz="782735" rtl="0" latinLnBrk="0">
        <a:lnSpc>
          <a:spcPct val="100000"/>
        </a:lnSpc>
        <a:spcBef>
          <a:spcPts val="0"/>
        </a:spcBef>
        <a:spcAft>
          <a:spcPts val="0"/>
        </a:spcAft>
        <a:buClrTx/>
        <a:buSzTx/>
        <a:buFontTx/>
        <a:buNone/>
        <a:tabLst/>
        <a:defRPr sz="4800" b="0" i="0" u="none" strike="noStrike" cap="none" spc="0" baseline="0">
          <a:solidFill>
            <a:srgbClr val="000000"/>
          </a:solidFill>
          <a:uFillTx/>
          <a:latin typeface="Helvetica Neue"/>
          <a:ea typeface="Helvetica Neue"/>
          <a:cs typeface="Helvetica Neue"/>
          <a:sym typeface="Helvetica Neue"/>
        </a:defRPr>
      </a:lvl7pPr>
      <a:lvl8pPr marL="0" marR="0" indent="1422471" algn="ctr" defTabSz="782735" rtl="0" latinLnBrk="0">
        <a:lnSpc>
          <a:spcPct val="100000"/>
        </a:lnSpc>
        <a:spcBef>
          <a:spcPts val="0"/>
        </a:spcBef>
        <a:spcAft>
          <a:spcPts val="0"/>
        </a:spcAft>
        <a:buClrTx/>
        <a:buSzTx/>
        <a:buFontTx/>
        <a:buNone/>
        <a:tabLst/>
        <a:defRPr sz="4800" b="0" i="0" u="none" strike="noStrike" cap="none" spc="0" baseline="0">
          <a:solidFill>
            <a:srgbClr val="000000"/>
          </a:solidFill>
          <a:uFillTx/>
          <a:latin typeface="Helvetica Neue"/>
          <a:ea typeface="Helvetica Neue"/>
          <a:cs typeface="Helvetica Neue"/>
          <a:sym typeface="Helvetica Neue"/>
        </a:defRPr>
      </a:lvl8pPr>
      <a:lvl9pPr marL="0" marR="0" indent="1896628" algn="ctr" defTabSz="782735" rtl="0" latinLnBrk="0">
        <a:lnSpc>
          <a:spcPct val="100000"/>
        </a:lnSpc>
        <a:spcBef>
          <a:spcPts val="0"/>
        </a:spcBef>
        <a:spcAft>
          <a:spcPts val="0"/>
        </a:spcAft>
        <a:buClrTx/>
        <a:buSzTx/>
        <a:buFontTx/>
        <a:buNone/>
        <a:tabLst/>
        <a:defRPr sz="4800" b="0" i="0" u="none" strike="noStrike" cap="none" spc="0" baseline="0">
          <a:solidFill>
            <a:srgbClr val="000000"/>
          </a:solidFill>
          <a:uFillTx/>
          <a:latin typeface="Helvetica Neue"/>
          <a:ea typeface="Helvetica Neue"/>
          <a:cs typeface="Helvetica Neue"/>
          <a:sym typeface="Helvetica Neue"/>
        </a:defRPr>
      </a:lvl9pPr>
    </p:bodyStyle>
    <p:otherStyle>
      <a:lvl1pPr marL="0" marR="0" indent="0" algn="ctr" defTabSz="782735" latinLnBrk="0">
        <a:lnSpc>
          <a:spcPct val="100000"/>
        </a:lnSpc>
        <a:spcBef>
          <a:spcPts val="0"/>
        </a:spcBef>
        <a:spcAft>
          <a:spcPts val="0"/>
        </a:spcAft>
        <a:buClrTx/>
        <a:buSzTx/>
        <a:buFontTx/>
        <a:buNone/>
        <a:tabLst/>
        <a:defRPr sz="1867" b="0" i="0" u="none" strike="noStrike" cap="none" spc="0" baseline="0">
          <a:solidFill>
            <a:schemeClr val="tx1"/>
          </a:solidFill>
          <a:uFillTx/>
          <a:latin typeface="+mn-lt"/>
          <a:ea typeface="+mn-ea"/>
          <a:cs typeface="+mn-cs"/>
          <a:sym typeface="Helvetica Neue Light"/>
        </a:defRPr>
      </a:lvl1pPr>
      <a:lvl2pPr marL="0" marR="0" indent="304815" algn="ctr" defTabSz="782735" latinLnBrk="0">
        <a:lnSpc>
          <a:spcPct val="100000"/>
        </a:lnSpc>
        <a:spcBef>
          <a:spcPts val="0"/>
        </a:spcBef>
        <a:spcAft>
          <a:spcPts val="0"/>
        </a:spcAft>
        <a:buClrTx/>
        <a:buSzTx/>
        <a:buFontTx/>
        <a:buNone/>
        <a:tabLst/>
        <a:defRPr sz="1867" b="0" i="0" u="none" strike="noStrike" cap="none" spc="0" baseline="0">
          <a:solidFill>
            <a:schemeClr val="tx1"/>
          </a:solidFill>
          <a:uFillTx/>
          <a:latin typeface="+mn-lt"/>
          <a:ea typeface="+mn-ea"/>
          <a:cs typeface="+mn-cs"/>
          <a:sym typeface="Helvetica Neue Light"/>
        </a:defRPr>
      </a:lvl2pPr>
      <a:lvl3pPr marL="0" marR="0" indent="609630" algn="ctr" defTabSz="782735" latinLnBrk="0">
        <a:lnSpc>
          <a:spcPct val="100000"/>
        </a:lnSpc>
        <a:spcBef>
          <a:spcPts val="0"/>
        </a:spcBef>
        <a:spcAft>
          <a:spcPts val="0"/>
        </a:spcAft>
        <a:buClrTx/>
        <a:buSzTx/>
        <a:buFontTx/>
        <a:buNone/>
        <a:tabLst/>
        <a:defRPr sz="1867" b="0" i="0" u="none" strike="noStrike" cap="none" spc="0" baseline="0">
          <a:solidFill>
            <a:schemeClr val="tx1"/>
          </a:solidFill>
          <a:uFillTx/>
          <a:latin typeface="+mn-lt"/>
          <a:ea typeface="+mn-ea"/>
          <a:cs typeface="+mn-cs"/>
          <a:sym typeface="Helvetica Neue Light"/>
        </a:defRPr>
      </a:lvl3pPr>
      <a:lvl4pPr marL="0" marR="0" indent="914446" algn="ctr" defTabSz="782735" latinLnBrk="0">
        <a:lnSpc>
          <a:spcPct val="100000"/>
        </a:lnSpc>
        <a:spcBef>
          <a:spcPts val="0"/>
        </a:spcBef>
        <a:spcAft>
          <a:spcPts val="0"/>
        </a:spcAft>
        <a:buClrTx/>
        <a:buSzTx/>
        <a:buFontTx/>
        <a:buNone/>
        <a:tabLst/>
        <a:defRPr sz="1867" b="0" i="0" u="none" strike="noStrike" cap="none" spc="0" baseline="0">
          <a:solidFill>
            <a:schemeClr val="tx1"/>
          </a:solidFill>
          <a:uFillTx/>
          <a:latin typeface="+mn-lt"/>
          <a:ea typeface="+mn-ea"/>
          <a:cs typeface="+mn-cs"/>
          <a:sym typeface="Helvetica Neue Light"/>
        </a:defRPr>
      </a:lvl4pPr>
      <a:lvl5pPr marL="0" marR="0" indent="1219261" algn="ctr" defTabSz="782735" latinLnBrk="0">
        <a:lnSpc>
          <a:spcPct val="100000"/>
        </a:lnSpc>
        <a:spcBef>
          <a:spcPts val="0"/>
        </a:spcBef>
        <a:spcAft>
          <a:spcPts val="0"/>
        </a:spcAft>
        <a:buClrTx/>
        <a:buSzTx/>
        <a:buFontTx/>
        <a:buNone/>
        <a:tabLst/>
        <a:defRPr sz="1867" b="0" i="0" u="none" strike="noStrike" cap="none" spc="0" baseline="0">
          <a:solidFill>
            <a:schemeClr val="tx1"/>
          </a:solidFill>
          <a:uFillTx/>
          <a:latin typeface="+mn-lt"/>
          <a:ea typeface="+mn-ea"/>
          <a:cs typeface="+mn-cs"/>
          <a:sym typeface="Helvetica Neue Light"/>
        </a:defRPr>
      </a:lvl5pPr>
      <a:lvl6pPr marL="0" marR="0" indent="1524076" algn="ctr" defTabSz="782735" latinLnBrk="0">
        <a:lnSpc>
          <a:spcPct val="100000"/>
        </a:lnSpc>
        <a:spcBef>
          <a:spcPts val="0"/>
        </a:spcBef>
        <a:spcAft>
          <a:spcPts val="0"/>
        </a:spcAft>
        <a:buClrTx/>
        <a:buSzTx/>
        <a:buFontTx/>
        <a:buNone/>
        <a:tabLst/>
        <a:defRPr sz="1867" b="0" i="0" u="none" strike="noStrike" cap="none" spc="0" baseline="0">
          <a:solidFill>
            <a:schemeClr val="tx1"/>
          </a:solidFill>
          <a:uFillTx/>
          <a:latin typeface="+mn-lt"/>
          <a:ea typeface="+mn-ea"/>
          <a:cs typeface="+mn-cs"/>
          <a:sym typeface="Helvetica Neue Light"/>
        </a:defRPr>
      </a:lvl6pPr>
      <a:lvl7pPr marL="0" marR="0" indent="1828891" algn="ctr" defTabSz="782735" latinLnBrk="0">
        <a:lnSpc>
          <a:spcPct val="100000"/>
        </a:lnSpc>
        <a:spcBef>
          <a:spcPts val="0"/>
        </a:spcBef>
        <a:spcAft>
          <a:spcPts val="0"/>
        </a:spcAft>
        <a:buClrTx/>
        <a:buSzTx/>
        <a:buFontTx/>
        <a:buNone/>
        <a:tabLst/>
        <a:defRPr sz="1867" b="0" i="0" u="none" strike="noStrike" cap="none" spc="0" baseline="0">
          <a:solidFill>
            <a:schemeClr val="tx1"/>
          </a:solidFill>
          <a:uFillTx/>
          <a:latin typeface="+mn-lt"/>
          <a:ea typeface="+mn-ea"/>
          <a:cs typeface="+mn-cs"/>
          <a:sym typeface="Helvetica Neue Light"/>
        </a:defRPr>
      </a:lvl7pPr>
      <a:lvl8pPr marL="0" marR="0" indent="2133707" algn="ctr" defTabSz="782735" latinLnBrk="0">
        <a:lnSpc>
          <a:spcPct val="100000"/>
        </a:lnSpc>
        <a:spcBef>
          <a:spcPts val="0"/>
        </a:spcBef>
        <a:spcAft>
          <a:spcPts val="0"/>
        </a:spcAft>
        <a:buClrTx/>
        <a:buSzTx/>
        <a:buFontTx/>
        <a:buNone/>
        <a:tabLst/>
        <a:defRPr sz="1867" b="0" i="0" u="none" strike="noStrike" cap="none" spc="0" baseline="0">
          <a:solidFill>
            <a:schemeClr val="tx1"/>
          </a:solidFill>
          <a:uFillTx/>
          <a:latin typeface="+mn-lt"/>
          <a:ea typeface="+mn-ea"/>
          <a:cs typeface="+mn-cs"/>
          <a:sym typeface="Helvetica Neue Light"/>
        </a:defRPr>
      </a:lvl8pPr>
      <a:lvl9pPr marL="0" marR="0" indent="2438522" algn="ctr" defTabSz="782735" latinLnBrk="0">
        <a:lnSpc>
          <a:spcPct val="100000"/>
        </a:lnSpc>
        <a:spcBef>
          <a:spcPts val="0"/>
        </a:spcBef>
        <a:spcAft>
          <a:spcPts val="0"/>
        </a:spcAft>
        <a:buClrTx/>
        <a:buSzTx/>
        <a:buFontTx/>
        <a:buNone/>
        <a:tabLst/>
        <a:defRPr sz="1867" b="0" i="0" u="none" strike="noStrike" cap="none" spc="0" baseline="0">
          <a:solidFill>
            <a:schemeClr val="tx1"/>
          </a:solidFill>
          <a:uFillTx/>
          <a:latin typeface="+mn-lt"/>
          <a:ea typeface="+mn-ea"/>
          <a:cs typeface="+mn-cs"/>
          <a:sym typeface="Helvetica Neue Ligh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0" name="POWER POINT_2.pdf" descr="POWER POINT_2.pdf"/>
          <p:cNvPicPr>
            <a:picLocks noChangeAspect="1"/>
          </p:cNvPicPr>
          <p:nvPr/>
        </p:nvPicPr>
        <p:blipFill>
          <a:blip r:embed="rId2"/>
          <a:stretch>
            <a:fillRect/>
          </a:stretch>
        </p:blipFill>
        <p:spPr>
          <a:xfrm>
            <a:off x="-5414" y="-3251597"/>
            <a:ext cx="17345677" cy="13005197"/>
          </a:xfrm>
          <a:prstGeom prst="rect">
            <a:avLst/>
          </a:prstGeom>
          <a:ln w="12700">
            <a:miter lim="400000"/>
          </a:ln>
        </p:spPr>
      </p:pic>
      <p:sp>
        <p:nvSpPr>
          <p:cNvPr id="121" name="PROJECT NAME…"/>
          <p:cNvSpPr txBox="1"/>
          <p:nvPr/>
        </p:nvSpPr>
        <p:spPr>
          <a:xfrm>
            <a:off x="620857" y="8162268"/>
            <a:ext cx="4958379" cy="8128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chor="b">
            <a:normAutofit/>
          </a:bodyPr>
          <a:lstStyle/>
          <a:p>
            <a:pPr algn="l" defTabSz="782735">
              <a:defRPr sz="2400">
                <a:solidFill>
                  <a:srgbClr val="FFFFFF"/>
                </a:solidFill>
                <a:latin typeface="Barlow Bold"/>
                <a:ea typeface="Barlow Bold"/>
                <a:cs typeface="Barlow Bold"/>
                <a:sym typeface="Barlow Bold"/>
              </a:defRPr>
            </a:pPr>
            <a:r>
              <a:rPr lang="en-GB" sz="3467" dirty="0"/>
              <a:t>25 March 2026</a:t>
            </a:r>
            <a:endParaRPr lang="en-GB" sz="3200" dirty="0"/>
          </a:p>
        </p:txBody>
      </p:sp>
      <p:sp>
        <p:nvSpPr>
          <p:cNvPr id="122" name="Shape 21"/>
          <p:cNvSpPr txBox="1"/>
          <p:nvPr/>
        </p:nvSpPr>
        <p:spPr>
          <a:xfrm>
            <a:off x="620857" y="2256177"/>
            <a:ext cx="16098549" cy="13555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67735" tIns="67735" rIns="67735" bIns="67735">
            <a:spAutoFit/>
          </a:bodyPr>
          <a:lstStyle/>
          <a:p>
            <a:pPr algn="l" defTabSz="778972">
              <a:lnSpc>
                <a:spcPct val="90000"/>
              </a:lnSpc>
              <a:defRPr sz="8300">
                <a:solidFill>
                  <a:srgbClr val="F47A63"/>
                </a:solidFill>
                <a:latin typeface="Barlow-Medium"/>
                <a:ea typeface="Barlow-Medium"/>
                <a:cs typeface="Barlow-Medium"/>
                <a:sym typeface="Barlow-Medium"/>
              </a:defRPr>
            </a:pPr>
            <a:r>
              <a:rPr lang="en-GB" sz="8800" dirty="0"/>
              <a:t>Essay preparation</a:t>
            </a:r>
          </a:p>
        </p:txBody>
      </p:sp>
      <p:sp>
        <p:nvSpPr>
          <p:cNvPr id="123" name="Shape 21"/>
          <p:cNvSpPr txBox="1"/>
          <p:nvPr/>
        </p:nvSpPr>
        <p:spPr>
          <a:xfrm>
            <a:off x="620857" y="3611765"/>
            <a:ext cx="6000578" cy="8589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67735" tIns="67735" rIns="67735" bIns="67735">
            <a:spAutoFit/>
          </a:bodyPr>
          <a:lstStyle>
            <a:lvl1pPr algn="l" defTabSz="584200">
              <a:lnSpc>
                <a:spcPct val="80000"/>
              </a:lnSpc>
              <a:defRPr sz="2200">
                <a:solidFill>
                  <a:srgbClr val="575453"/>
                </a:solidFill>
                <a:latin typeface="Source Sans Pro"/>
                <a:ea typeface="Source Sans Pro"/>
                <a:cs typeface="Source Sans Pro"/>
                <a:sym typeface="Source Sans Pro"/>
              </a:defRPr>
            </a:lvl1pPr>
          </a:lstStyle>
          <a:p>
            <a:r>
              <a:rPr lang="en-GB" sz="2933" b="0" dirty="0">
                <a:latin typeface="Barlow" pitchFamily="2" charset="77"/>
              </a:rPr>
              <a:t>Copyright in the Digital Environment</a:t>
            </a:r>
          </a:p>
          <a:p>
            <a:r>
              <a:rPr lang="en-GB" sz="2933" b="0" dirty="0">
                <a:latin typeface="Barlow" pitchFamily="2" charset="77"/>
              </a:rPr>
              <a:t>Amy Thomas</a:t>
            </a:r>
            <a:endParaRPr sz="2933" b="0" dirty="0">
              <a:latin typeface="Barlow" pitchFamily="2" charset="77"/>
            </a:endParaRPr>
          </a:p>
        </p:txBody>
      </p:sp>
      <p:pic>
        <p:nvPicPr>
          <p:cNvPr id="128" name="CREATe_logo.pdf" descr="CREATe_logo.pdf"/>
          <p:cNvPicPr>
            <a:picLocks noChangeAspect="1"/>
          </p:cNvPicPr>
          <p:nvPr/>
        </p:nvPicPr>
        <p:blipFill>
          <a:blip r:embed="rId3"/>
          <a:stretch>
            <a:fillRect/>
          </a:stretch>
        </p:blipFill>
        <p:spPr>
          <a:xfrm>
            <a:off x="14800771" y="8771894"/>
            <a:ext cx="2458227" cy="837875"/>
          </a:xfrm>
          <a:prstGeom prst="rect">
            <a:avLst/>
          </a:prstGeom>
          <a:ln w="12700">
            <a:miter lim="400000"/>
          </a:ln>
        </p:spPr>
      </p:pic>
      <p:pic>
        <p:nvPicPr>
          <p:cNvPr id="3" name="Picture 2" descr="Logo&#10;&#10;Description automatically generated with medium confidence">
            <a:extLst>
              <a:ext uri="{FF2B5EF4-FFF2-40B4-BE49-F238E27FC236}">
                <a16:creationId xmlns:a16="http://schemas.microsoft.com/office/drawing/2014/main" id="{C3063262-4A96-2F70-7806-EDB3098D322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094759" y="8796944"/>
            <a:ext cx="2624747" cy="812825"/>
          </a:xfrm>
          <a:prstGeom prst="rect">
            <a:avLst/>
          </a:prstGeom>
        </p:spPr>
      </p:pic>
    </p:spTree>
    <p:extLst>
      <p:ext uri="{BB962C8B-B14F-4D97-AF65-F5344CB8AC3E}">
        <p14:creationId xmlns:p14="http://schemas.microsoft.com/office/powerpoint/2010/main" val="1671474396"/>
      </p:ext>
    </p:extLst>
  </p:cSld>
  <p:clrMapOvr>
    <a:masterClrMapping/>
  </p:clrMapOvr>
  <p:transition spd="med" advTm="27815"/>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EDB4F2-90A3-5FB8-D16C-A9515443B23E}"/>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44AD79B9-B8C3-52BA-08CD-7354562594E2}"/>
              </a:ext>
            </a:extLst>
          </p:cNvPr>
          <p:cNvSpPr txBox="1"/>
          <p:nvPr/>
        </p:nvSpPr>
        <p:spPr>
          <a:xfrm>
            <a:off x="1162334" y="759362"/>
            <a:ext cx="14763466" cy="82975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One more survey…? </a:t>
            </a:r>
            <a:r>
              <a:rPr lang="en-GB" sz="5334" dirty="0" err="1"/>
              <a:t>EvaSys</a:t>
            </a:r>
            <a:endParaRPr sz="5334" dirty="0"/>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96DF4495-3357-6BF1-4FE2-C83B7AEAD559}"/>
              </a:ext>
            </a:extLst>
          </p:cNvPr>
          <p:cNvSpPr txBox="1"/>
          <p:nvPr/>
        </p:nvSpPr>
        <p:spPr>
          <a:xfrm>
            <a:off x="1162334" y="1805437"/>
            <a:ext cx="15015594" cy="469577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2" name="Rectangle 1">
            <a:extLst>
              <a:ext uri="{FF2B5EF4-FFF2-40B4-BE49-F238E27FC236}">
                <a16:creationId xmlns:a16="http://schemas.microsoft.com/office/drawing/2014/main" id="{9E185525-1175-E381-59BA-BC1AA664A0F0}"/>
              </a:ext>
            </a:extLst>
          </p:cNvPr>
          <p:cNvSpPr/>
          <p:nvPr/>
        </p:nvSpPr>
        <p:spPr>
          <a:xfrm>
            <a:off x="1162334" y="1976285"/>
            <a:ext cx="15283344" cy="2981329"/>
          </a:xfrm>
          <a:prstGeom prst="rect">
            <a:avLst/>
          </a:prstGeom>
        </p:spPr>
        <p:txBody>
          <a:bodyPr wrap="square">
            <a:spAutoFit/>
          </a:bodyPr>
          <a:lstStyle/>
          <a:p>
            <a:pPr marL="381019" indent="-381019" algn="just"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3200" dirty="0">
                <a:solidFill>
                  <a:schemeClr val="tx2"/>
                </a:solidFill>
                <a:latin typeface="Barlow" pitchFamily="2" charset="77"/>
              </a:rPr>
              <a:t>You should have received an email asking you to complete an </a:t>
            </a:r>
            <a:r>
              <a:rPr lang="en-GB" sz="3200" dirty="0" err="1">
                <a:solidFill>
                  <a:schemeClr val="tx2"/>
                </a:solidFill>
                <a:latin typeface="Barlow" pitchFamily="2" charset="77"/>
              </a:rPr>
              <a:t>EvaSys</a:t>
            </a:r>
            <a:r>
              <a:rPr lang="en-GB" sz="3200" dirty="0">
                <a:solidFill>
                  <a:schemeClr val="tx2"/>
                </a:solidFill>
                <a:latin typeface="Barlow" pitchFamily="2" charset="77"/>
              </a:rPr>
              <a:t> survey for this course (LAW5013)</a:t>
            </a:r>
          </a:p>
          <a:p>
            <a:pPr marL="381019" indent="-381019" algn="just"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3200" dirty="0">
                <a:solidFill>
                  <a:schemeClr val="tx2"/>
                </a:solidFill>
                <a:latin typeface="Barlow" pitchFamily="2" charset="77"/>
              </a:rPr>
              <a:t>As standard, we give you 10 mins of in-class time to complete this</a:t>
            </a:r>
          </a:p>
          <a:p>
            <a:pPr marL="381019" indent="-381019" algn="just"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3200" dirty="0">
                <a:solidFill>
                  <a:schemeClr val="tx2"/>
                </a:solidFill>
                <a:latin typeface="Barlow" pitchFamily="2" charset="77"/>
              </a:rPr>
              <a:t>Please do share any feedback you have on the course – it’s super helpful!</a:t>
            </a:r>
          </a:p>
          <a:p>
            <a:pPr marL="381019" indent="-381019" algn="just"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3200" dirty="0">
                <a:solidFill>
                  <a:schemeClr val="tx2"/>
                </a:solidFill>
                <a:latin typeface="Barlow" pitchFamily="2" charset="77"/>
              </a:rPr>
              <a:t>All responses are anonymous, so do be honest about your experience</a:t>
            </a:r>
          </a:p>
        </p:txBody>
      </p:sp>
    </p:spTree>
    <p:extLst>
      <p:ext uri="{BB962C8B-B14F-4D97-AF65-F5344CB8AC3E}">
        <p14:creationId xmlns:p14="http://schemas.microsoft.com/office/powerpoint/2010/main" val="2693506719"/>
      </p:ext>
    </p:extLst>
  </p:cSld>
  <p:clrMapOvr>
    <a:masterClrMapping/>
  </p:clrMapOvr>
  <p:transition spd="med" advTm="222639"/>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2031C3-17A4-2D62-7559-F0057FFFB306}"/>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F94F379F-5600-2E88-6E21-69645D3BA5F9}"/>
              </a:ext>
            </a:extLst>
          </p:cNvPr>
          <p:cNvSpPr txBox="1"/>
          <p:nvPr/>
        </p:nvSpPr>
        <p:spPr>
          <a:xfrm>
            <a:off x="1162334" y="759362"/>
            <a:ext cx="14763466"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Format: 25 March</a:t>
            </a:r>
            <a:endParaRPr sz="5334" dirty="0"/>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DB972583-B71B-D47D-CA69-AA07C570AC73}"/>
              </a:ext>
            </a:extLst>
          </p:cNvPr>
          <p:cNvSpPr txBox="1"/>
          <p:nvPr/>
        </p:nvSpPr>
        <p:spPr>
          <a:xfrm>
            <a:off x="1162334" y="1805437"/>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2" name="Rectangle 1">
            <a:extLst>
              <a:ext uri="{FF2B5EF4-FFF2-40B4-BE49-F238E27FC236}">
                <a16:creationId xmlns:a16="http://schemas.microsoft.com/office/drawing/2014/main" id="{814E444A-A1DA-59AD-D5C5-5F784E8DBCB2}"/>
              </a:ext>
            </a:extLst>
          </p:cNvPr>
          <p:cNvSpPr/>
          <p:nvPr/>
        </p:nvSpPr>
        <p:spPr>
          <a:xfrm>
            <a:off x="1162334" y="1976285"/>
            <a:ext cx="15283344" cy="2369880"/>
          </a:xfrm>
          <a:prstGeom prst="rect">
            <a:avLst/>
          </a:prstGeom>
        </p:spPr>
        <p:txBody>
          <a:bodyPr wrap="square">
            <a:spAutoFit/>
          </a:bodyPr>
          <a:lstStyle/>
          <a:p>
            <a:pPr marL="457200" indent="-457200" algn="just">
              <a:spcAft>
                <a:spcPts val="800"/>
              </a:spcAft>
              <a:buFont typeface="Arial" panose="020B0604020202020204" pitchFamily="34" charset="0"/>
              <a:buChar char="•"/>
            </a:pPr>
            <a:r>
              <a:rPr lang="en-GB" sz="3200" b="0" dirty="0">
                <a:solidFill>
                  <a:schemeClr val="tx2"/>
                </a:solidFill>
                <a:latin typeface="Barlow" pitchFamily="2" charset="77"/>
                <a:ea typeface="Calibri" panose="020F0502020204030204" pitchFamily="34" charset="0"/>
                <a:cs typeface="Arial" panose="020B0604020202020204" pitchFamily="34" charset="0"/>
              </a:rPr>
              <a:t>Generic feedback: formative assessment</a:t>
            </a:r>
          </a:p>
          <a:p>
            <a:pPr marL="457200" indent="-457200" algn="just">
              <a:spcAft>
                <a:spcPts val="800"/>
              </a:spcAft>
              <a:buFont typeface="Arial" panose="020B0604020202020204" pitchFamily="34" charset="0"/>
              <a:buChar char="•"/>
            </a:pPr>
            <a:r>
              <a:rPr lang="en-GB" sz="3200" b="0" dirty="0">
                <a:solidFill>
                  <a:schemeClr val="tx2"/>
                </a:solidFill>
                <a:latin typeface="Barlow" pitchFamily="2" charset="77"/>
                <a:ea typeface="Calibri" panose="020F0502020204030204" pitchFamily="34" charset="0"/>
                <a:cs typeface="Arial" panose="020B0604020202020204" pitchFamily="34" charset="0"/>
              </a:rPr>
              <a:t>Summative assessment: particulars</a:t>
            </a:r>
          </a:p>
          <a:p>
            <a:pPr marL="457200" indent="-457200" algn="just">
              <a:spcAft>
                <a:spcPts val="800"/>
              </a:spcAft>
              <a:buFont typeface="Arial" panose="020B0604020202020204" pitchFamily="34" charset="0"/>
              <a:buChar char="•"/>
            </a:pPr>
            <a:r>
              <a:rPr lang="en-GB" sz="3200" b="0" dirty="0">
                <a:solidFill>
                  <a:schemeClr val="tx2"/>
                </a:solidFill>
                <a:latin typeface="Barlow" pitchFamily="2" charset="77"/>
                <a:ea typeface="Calibri" panose="020F0502020204030204" pitchFamily="34" charset="0"/>
                <a:cs typeface="Arial" panose="020B0604020202020204" pitchFamily="34" charset="0"/>
              </a:rPr>
              <a:t>Summative assessment: top tips</a:t>
            </a:r>
          </a:p>
          <a:p>
            <a:pPr marL="457200" indent="-457200" algn="just">
              <a:spcAft>
                <a:spcPts val="800"/>
              </a:spcAft>
              <a:buFont typeface="Arial" panose="020B0604020202020204" pitchFamily="34" charset="0"/>
              <a:buChar char="•"/>
            </a:pPr>
            <a:r>
              <a:rPr lang="en-GB" sz="3200" b="0" dirty="0">
                <a:solidFill>
                  <a:schemeClr val="tx2"/>
                </a:solidFill>
                <a:latin typeface="Barlow" pitchFamily="2" charset="77"/>
                <a:ea typeface="Calibri" panose="020F0502020204030204" pitchFamily="34" charset="0"/>
                <a:cs typeface="Arial" panose="020B0604020202020204" pitchFamily="34" charset="0"/>
              </a:rPr>
              <a:t>Q&amp;A</a:t>
            </a:r>
          </a:p>
        </p:txBody>
      </p:sp>
    </p:spTree>
    <p:extLst>
      <p:ext uri="{BB962C8B-B14F-4D97-AF65-F5344CB8AC3E}">
        <p14:creationId xmlns:p14="http://schemas.microsoft.com/office/powerpoint/2010/main" val="653343260"/>
      </p:ext>
    </p:extLst>
  </p:cSld>
  <p:clrMapOvr>
    <a:masterClrMapping/>
  </p:clrMapOvr>
  <p:transition spd="med" advTm="222639"/>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83035D-E976-9FF7-FADF-D72E236379BF}"/>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E5F0F78A-3513-0393-DBDE-F11BE69A0E99}"/>
              </a:ext>
            </a:extLst>
          </p:cNvPr>
          <p:cNvSpPr txBox="1"/>
          <p:nvPr/>
        </p:nvSpPr>
        <p:spPr>
          <a:xfrm>
            <a:off x="1162334" y="759362"/>
            <a:ext cx="14763466"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Generic feedback: formative assessment</a:t>
            </a:r>
            <a:endParaRPr sz="5334" dirty="0"/>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489E724A-6ABC-3B92-4BCB-65DD298F65B4}"/>
              </a:ext>
            </a:extLst>
          </p:cNvPr>
          <p:cNvSpPr txBox="1"/>
          <p:nvPr/>
        </p:nvSpPr>
        <p:spPr>
          <a:xfrm>
            <a:off x="1162334" y="1805437"/>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2" name="Rectangle 1">
            <a:extLst>
              <a:ext uri="{FF2B5EF4-FFF2-40B4-BE49-F238E27FC236}">
                <a16:creationId xmlns:a16="http://schemas.microsoft.com/office/drawing/2014/main" id="{60091463-6682-2632-BBF0-AEF9832B49A5}"/>
              </a:ext>
            </a:extLst>
          </p:cNvPr>
          <p:cNvSpPr/>
          <p:nvPr/>
        </p:nvSpPr>
        <p:spPr>
          <a:xfrm>
            <a:off x="1162334" y="1976285"/>
            <a:ext cx="15283344" cy="5734903"/>
          </a:xfrm>
          <a:prstGeom prst="rect">
            <a:avLst/>
          </a:prstGeom>
        </p:spPr>
        <p:txBody>
          <a:bodyPr wrap="square">
            <a:spAutoFit/>
          </a:bodyPr>
          <a:lstStyle/>
          <a:p>
            <a:pPr marL="457200" indent="-457200" algn="just">
              <a:spcAft>
                <a:spcPts val="800"/>
              </a:spcAft>
              <a:buFont typeface="Arial" panose="020B0604020202020204" pitchFamily="34" charset="0"/>
              <a:buChar char="•"/>
            </a:pPr>
            <a:r>
              <a:rPr lang="en-GB" sz="3200" b="0" dirty="0">
                <a:solidFill>
                  <a:schemeClr val="tx2"/>
                </a:solidFill>
                <a:latin typeface="Barlow" pitchFamily="2" charset="77"/>
                <a:ea typeface="Calibri" panose="020F0502020204030204" pitchFamily="34" charset="0"/>
                <a:cs typeface="Arial" panose="020B0604020202020204" pitchFamily="34" charset="0"/>
              </a:rPr>
              <a:t>Good stuff:</a:t>
            </a:r>
          </a:p>
          <a:p>
            <a:pPr marL="457200" indent="-457200" algn="just">
              <a:spcAft>
                <a:spcPts val="800"/>
              </a:spcAft>
              <a:buFont typeface="Arial" panose="020B0604020202020204" pitchFamily="34" charset="0"/>
              <a:buChar char="•"/>
            </a:pPr>
            <a:r>
              <a:rPr lang="en-GB" sz="3200" b="0" dirty="0">
                <a:solidFill>
                  <a:schemeClr val="tx2"/>
                </a:solidFill>
                <a:latin typeface="Barlow" pitchFamily="2" charset="77"/>
                <a:ea typeface="Calibri" panose="020F0502020204030204" pitchFamily="34" charset="0"/>
                <a:cs typeface="Arial" panose="020B0604020202020204" pitchFamily="34" charset="0"/>
              </a:rPr>
              <a:t>Most people show good knowledge and understanding of the topic they chose</a:t>
            </a:r>
          </a:p>
          <a:p>
            <a:pPr marL="457200" indent="-457200" algn="just">
              <a:spcAft>
                <a:spcPts val="800"/>
              </a:spcAft>
              <a:buFont typeface="Arial" panose="020B0604020202020204" pitchFamily="34" charset="0"/>
              <a:buChar char="•"/>
            </a:pPr>
            <a:r>
              <a:rPr lang="en-GB" sz="3200" b="0" dirty="0">
                <a:solidFill>
                  <a:schemeClr val="tx2"/>
                </a:solidFill>
                <a:latin typeface="Barlow" pitchFamily="2" charset="77"/>
                <a:ea typeface="Calibri" panose="020F0502020204030204" pitchFamily="34" charset="0"/>
                <a:cs typeface="Arial" panose="020B0604020202020204" pitchFamily="34" charset="0"/>
              </a:rPr>
              <a:t>Taking a stance/value position on the statement: e.g., agreeing or disagreeing helps develop a critical argument</a:t>
            </a:r>
          </a:p>
          <a:p>
            <a:pPr marL="457200" indent="-457200" algn="just">
              <a:spcAft>
                <a:spcPts val="800"/>
              </a:spcAft>
              <a:buFont typeface="Arial" panose="020B0604020202020204" pitchFamily="34" charset="0"/>
              <a:buChar char="•"/>
            </a:pPr>
            <a:r>
              <a:rPr lang="en-GB" sz="3200" b="0" dirty="0">
                <a:solidFill>
                  <a:schemeClr val="tx2"/>
                </a:solidFill>
                <a:latin typeface="Barlow" pitchFamily="2" charset="77"/>
                <a:ea typeface="Calibri" panose="020F0502020204030204" pitchFamily="34" charset="0"/>
                <a:cs typeface="Arial" panose="020B0604020202020204" pitchFamily="34" charset="0"/>
              </a:rPr>
              <a:t>Structure and shape of argument is generally logical</a:t>
            </a:r>
          </a:p>
          <a:p>
            <a:pPr marL="457200" indent="-457200" algn="just">
              <a:spcAft>
                <a:spcPts val="800"/>
              </a:spcAft>
              <a:buFont typeface="Arial" panose="020B0604020202020204" pitchFamily="34" charset="0"/>
              <a:buChar char="•"/>
            </a:pPr>
            <a:endParaRPr lang="en-GB" sz="3200" b="0" dirty="0">
              <a:solidFill>
                <a:schemeClr val="tx2"/>
              </a:solidFill>
              <a:latin typeface="Barlow" pitchFamily="2" charset="77"/>
              <a:ea typeface="Calibri" panose="020F0502020204030204" pitchFamily="34" charset="0"/>
              <a:cs typeface="Arial" panose="020B0604020202020204" pitchFamily="34" charset="0"/>
            </a:endParaRPr>
          </a:p>
          <a:p>
            <a:pPr marL="457200" indent="-457200" algn="just">
              <a:spcAft>
                <a:spcPts val="800"/>
              </a:spcAft>
              <a:buFont typeface="Arial" panose="020B0604020202020204" pitchFamily="34" charset="0"/>
              <a:buChar char="•"/>
            </a:pPr>
            <a:r>
              <a:rPr lang="en-GB" sz="3200" b="0" dirty="0">
                <a:solidFill>
                  <a:schemeClr val="tx2"/>
                </a:solidFill>
                <a:latin typeface="Barlow" pitchFamily="2" charset="77"/>
                <a:ea typeface="Calibri" panose="020F0502020204030204" pitchFamily="34" charset="0"/>
                <a:cs typeface="Arial" panose="020B0604020202020204" pitchFamily="34" charset="0"/>
              </a:rPr>
              <a:t>Stuff to work on:</a:t>
            </a:r>
          </a:p>
          <a:p>
            <a:pPr marL="457200" indent="-457200" algn="just">
              <a:spcAft>
                <a:spcPts val="800"/>
              </a:spcAft>
              <a:buFont typeface="Arial" panose="020B0604020202020204" pitchFamily="34" charset="0"/>
              <a:buChar char="•"/>
            </a:pPr>
            <a:r>
              <a:rPr lang="en-GB" sz="3200" b="0" dirty="0">
                <a:solidFill>
                  <a:schemeClr val="tx2"/>
                </a:solidFill>
                <a:latin typeface="Barlow" pitchFamily="2" charset="77"/>
                <a:ea typeface="Calibri" panose="020F0502020204030204" pitchFamily="34" charset="0"/>
                <a:cs typeface="Arial" panose="020B0604020202020204" pitchFamily="34" charset="0"/>
              </a:rPr>
              <a:t>Overambitious in what can be covered within the wordcount: multiple jurisdictions, multiple vectors for analysis etc.</a:t>
            </a:r>
          </a:p>
          <a:p>
            <a:pPr marL="457200" indent="-457200" algn="just">
              <a:spcAft>
                <a:spcPts val="800"/>
              </a:spcAft>
              <a:buFont typeface="Arial" panose="020B0604020202020204" pitchFamily="34" charset="0"/>
              <a:buChar char="•"/>
            </a:pPr>
            <a:r>
              <a:rPr lang="en-GB" sz="3200" b="0" dirty="0">
                <a:solidFill>
                  <a:schemeClr val="tx2"/>
                </a:solidFill>
                <a:latin typeface="Barlow" pitchFamily="2" charset="77"/>
                <a:ea typeface="Calibri" panose="020F0502020204030204" pitchFamily="34" charset="0"/>
                <a:cs typeface="Arial" panose="020B0604020202020204" pitchFamily="34" charset="0"/>
              </a:rPr>
              <a:t>Finding appropriate sources to cite</a:t>
            </a:r>
          </a:p>
        </p:txBody>
      </p:sp>
    </p:spTree>
    <p:extLst>
      <p:ext uri="{BB962C8B-B14F-4D97-AF65-F5344CB8AC3E}">
        <p14:creationId xmlns:p14="http://schemas.microsoft.com/office/powerpoint/2010/main" val="2712183314"/>
      </p:ext>
    </p:extLst>
  </p:cSld>
  <p:clrMapOvr>
    <a:masterClrMapping/>
  </p:clrMapOvr>
  <p:transition spd="med" advTm="222639"/>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EBF1F2-E6F8-2BB0-7C67-C3B2474B2EAE}"/>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95FB17E0-8F14-53BC-3486-32C86984F4E0}"/>
              </a:ext>
            </a:extLst>
          </p:cNvPr>
          <p:cNvSpPr txBox="1"/>
          <p:nvPr/>
        </p:nvSpPr>
        <p:spPr>
          <a:xfrm>
            <a:off x="1162334" y="759362"/>
            <a:ext cx="11862786"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Summative assessment: particulars</a:t>
            </a:r>
            <a:endParaRPr sz="5334" dirty="0"/>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6601E4D2-5C3A-1129-BC2B-7B195F468B05}"/>
              </a:ext>
            </a:extLst>
          </p:cNvPr>
          <p:cNvSpPr txBox="1"/>
          <p:nvPr/>
        </p:nvSpPr>
        <p:spPr>
          <a:xfrm>
            <a:off x="1162334" y="1805437"/>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2" name="Rectangle 1">
            <a:extLst>
              <a:ext uri="{FF2B5EF4-FFF2-40B4-BE49-F238E27FC236}">
                <a16:creationId xmlns:a16="http://schemas.microsoft.com/office/drawing/2014/main" id="{6D1C2FCE-AFD1-B73F-CF47-F659482A734F}"/>
              </a:ext>
            </a:extLst>
          </p:cNvPr>
          <p:cNvSpPr/>
          <p:nvPr/>
        </p:nvSpPr>
        <p:spPr>
          <a:xfrm>
            <a:off x="1162334" y="1976285"/>
            <a:ext cx="15283344" cy="6227346"/>
          </a:xfrm>
          <a:prstGeom prst="rect">
            <a:avLst/>
          </a:prstGeom>
        </p:spPr>
        <p:txBody>
          <a:bodyPr wrap="square">
            <a:spAutoFit/>
          </a:bodyPr>
          <a:lstStyle/>
          <a:p>
            <a:pPr marL="457200" indent="-457200" algn="just">
              <a:spcAft>
                <a:spcPts val="800"/>
              </a:spcAft>
              <a:buFont typeface="Arial" panose="020B0604020202020204" pitchFamily="34" charset="0"/>
              <a:buChar char="•"/>
            </a:pPr>
            <a:r>
              <a:rPr lang="en-GB" sz="3200" b="0" dirty="0">
                <a:solidFill>
                  <a:schemeClr val="tx2"/>
                </a:solidFill>
                <a:latin typeface="Barlow" pitchFamily="2" charset="77"/>
                <a:ea typeface="Calibri" panose="020F0502020204030204" pitchFamily="34" charset="0"/>
                <a:cs typeface="Arial" panose="020B0604020202020204" pitchFamily="34" charset="0"/>
              </a:rPr>
              <a:t>This is an essay that constitutes </a:t>
            </a:r>
            <a:r>
              <a:rPr lang="en-GB" sz="3200" dirty="0">
                <a:solidFill>
                  <a:schemeClr val="tx2"/>
                </a:solidFill>
                <a:latin typeface="Barlow" pitchFamily="2" charset="77"/>
                <a:ea typeface="Calibri" panose="020F0502020204030204" pitchFamily="34" charset="0"/>
                <a:cs typeface="Arial" panose="020B0604020202020204" pitchFamily="34" charset="0"/>
              </a:rPr>
              <a:t>85%</a:t>
            </a:r>
            <a:r>
              <a:rPr lang="en-GB" sz="3200" b="0" dirty="0">
                <a:solidFill>
                  <a:schemeClr val="tx2"/>
                </a:solidFill>
                <a:latin typeface="Barlow" pitchFamily="2" charset="77"/>
                <a:ea typeface="Calibri" panose="020F0502020204030204" pitchFamily="34" charset="0"/>
                <a:cs typeface="Arial" panose="020B0604020202020204" pitchFamily="34" charset="0"/>
              </a:rPr>
              <a:t> of your overall grade for the course.</a:t>
            </a:r>
          </a:p>
          <a:p>
            <a:pPr marL="457200" indent="-457200" algn="just">
              <a:spcAft>
                <a:spcPts val="800"/>
              </a:spcAft>
              <a:buFont typeface="Arial" panose="020B0604020202020204" pitchFamily="34" charset="0"/>
              <a:buChar char="•"/>
            </a:pPr>
            <a:endParaRPr lang="en-GB" sz="3200" b="0" dirty="0">
              <a:solidFill>
                <a:schemeClr val="tx2"/>
              </a:solidFill>
              <a:latin typeface="Barlow" pitchFamily="2" charset="77"/>
              <a:ea typeface="Calibri" panose="020F0502020204030204" pitchFamily="34" charset="0"/>
              <a:cs typeface="Arial" panose="020B0604020202020204" pitchFamily="34" charset="0"/>
            </a:endParaRPr>
          </a:p>
          <a:p>
            <a:pPr marL="457200" indent="-457200" algn="just">
              <a:spcAft>
                <a:spcPts val="800"/>
              </a:spcAft>
              <a:buFont typeface="Arial" panose="020B0604020202020204" pitchFamily="34" charset="0"/>
              <a:buChar char="•"/>
            </a:pPr>
            <a:r>
              <a:rPr lang="en-GB" sz="3200" b="0" dirty="0">
                <a:solidFill>
                  <a:schemeClr val="tx2"/>
                </a:solidFill>
                <a:latin typeface="Barlow" pitchFamily="2" charset="77"/>
                <a:ea typeface="Calibri" panose="020F0502020204030204" pitchFamily="34" charset="0"/>
                <a:cs typeface="Arial" panose="020B0604020202020204" pitchFamily="34" charset="0"/>
              </a:rPr>
              <a:t>The due date is </a:t>
            </a:r>
            <a:r>
              <a:rPr lang="en-GB" sz="3200" dirty="0">
                <a:solidFill>
                  <a:schemeClr val="tx2"/>
                </a:solidFill>
                <a:latin typeface="Barlow" pitchFamily="2" charset="77"/>
                <a:ea typeface="Calibri" panose="020F0502020204030204" pitchFamily="34" charset="0"/>
                <a:cs typeface="Arial" panose="020B0604020202020204" pitchFamily="34" charset="0"/>
              </a:rPr>
              <a:t>Monday 13 April 4pm</a:t>
            </a:r>
            <a:r>
              <a:rPr lang="en-GB" sz="3200" b="0" dirty="0">
                <a:solidFill>
                  <a:schemeClr val="tx2"/>
                </a:solidFill>
                <a:latin typeface="Barlow" pitchFamily="2" charset="77"/>
                <a:ea typeface="Calibri" panose="020F0502020204030204" pitchFamily="34" charset="0"/>
                <a:cs typeface="Arial" panose="020B0604020202020204" pitchFamily="34" charset="0"/>
              </a:rPr>
              <a:t>.</a:t>
            </a:r>
          </a:p>
          <a:p>
            <a:pPr marL="457200" indent="-457200" algn="just">
              <a:spcAft>
                <a:spcPts val="800"/>
              </a:spcAft>
              <a:buFont typeface="Arial" panose="020B0604020202020204" pitchFamily="34" charset="0"/>
              <a:buChar char="•"/>
            </a:pPr>
            <a:r>
              <a:rPr lang="en-GB" sz="3200" b="0" dirty="0">
                <a:solidFill>
                  <a:schemeClr val="tx2"/>
                </a:solidFill>
                <a:latin typeface="Barlow" pitchFamily="2" charset="77"/>
                <a:ea typeface="Calibri" panose="020F0502020204030204" pitchFamily="34" charset="0"/>
                <a:cs typeface="Arial" panose="020B0604020202020204" pitchFamily="34" charset="0"/>
              </a:rPr>
              <a:t>The essay should be no longer than </a:t>
            </a:r>
            <a:r>
              <a:rPr lang="en-GB" sz="3200" dirty="0">
                <a:solidFill>
                  <a:schemeClr val="tx2"/>
                </a:solidFill>
                <a:latin typeface="Barlow" pitchFamily="2" charset="77"/>
                <a:ea typeface="Calibri" panose="020F0502020204030204" pitchFamily="34" charset="0"/>
                <a:cs typeface="Arial" panose="020B0604020202020204" pitchFamily="34" charset="0"/>
              </a:rPr>
              <a:t>4,500 words </a:t>
            </a:r>
            <a:r>
              <a:rPr lang="en-GB" sz="3200" b="0" dirty="0">
                <a:solidFill>
                  <a:schemeClr val="tx2"/>
                </a:solidFill>
                <a:latin typeface="Barlow" pitchFamily="2" charset="77"/>
                <a:ea typeface="Calibri" panose="020F0502020204030204" pitchFamily="34" charset="0"/>
                <a:cs typeface="Arial" panose="020B0604020202020204" pitchFamily="34" charset="0"/>
              </a:rPr>
              <a:t>including footnotes but excluding bibliography.</a:t>
            </a:r>
          </a:p>
          <a:p>
            <a:pPr marL="457200" indent="-457200" algn="just">
              <a:spcAft>
                <a:spcPts val="800"/>
              </a:spcAft>
              <a:buFont typeface="Arial" panose="020B0604020202020204" pitchFamily="34" charset="0"/>
              <a:buChar char="•"/>
            </a:pPr>
            <a:r>
              <a:rPr lang="en-GB" sz="3200" b="0" dirty="0">
                <a:solidFill>
                  <a:schemeClr val="tx2"/>
                </a:solidFill>
                <a:latin typeface="Barlow" pitchFamily="2" charset="77"/>
                <a:ea typeface="Calibri" panose="020F0502020204030204" pitchFamily="34" charset="0"/>
                <a:cs typeface="Arial" panose="020B0604020202020204" pitchFamily="34" charset="0"/>
              </a:rPr>
              <a:t>Remember: there is </a:t>
            </a:r>
            <a:r>
              <a:rPr lang="en-GB" sz="3200" dirty="0">
                <a:solidFill>
                  <a:schemeClr val="tx2"/>
                </a:solidFill>
                <a:latin typeface="Barlow" pitchFamily="2" charset="77"/>
                <a:ea typeface="Calibri" panose="020F0502020204030204" pitchFamily="34" charset="0"/>
                <a:cs typeface="Arial" panose="020B0604020202020204" pitchFamily="34" charset="0"/>
              </a:rPr>
              <a:t>no discretion for exceeding the word limit </a:t>
            </a:r>
            <a:r>
              <a:rPr lang="en-GB" sz="3200" b="0" dirty="0">
                <a:solidFill>
                  <a:schemeClr val="tx2"/>
                </a:solidFill>
                <a:latin typeface="Barlow" pitchFamily="2" charset="77"/>
                <a:ea typeface="Calibri" panose="020F0502020204030204" pitchFamily="34" charset="0"/>
                <a:cs typeface="Arial" panose="020B0604020202020204" pitchFamily="34" charset="0"/>
              </a:rPr>
              <a:t>– automatic penalties apply.</a:t>
            </a:r>
          </a:p>
          <a:p>
            <a:pPr marL="457200" indent="-457200" algn="just">
              <a:spcAft>
                <a:spcPts val="800"/>
              </a:spcAft>
              <a:buFont typeface="Arial" panose="020B0604020202020204" pitchFamily="34" charset="0"/>
              <a:buChar char="•"/>
            </a:pPr>
            <a:r>
              <a:rPr lang="en-GB" sz="3200" b="0" dirty="0">
                <a:solidFill>
                  <a:schemeClr val="tx2"/>
                </a:solidFill>
                <a:latin typeface="Barlow" pitchFamily="2" charset="77"/>
                <a:ea typeface="Calibri" panose="020F0502020204030204" pitchFamily="34" charset="0"/>
                <a:cs typeface="Arial" panose="020B0604020202020204" pitchFamily="34" charset="0"/>
              </a:rPr>
              <a:t>While there are no direct penalties for failing to meet the word limit, you are unlikely to cover the topic in the required depth if the essay is very below.</a:t>
            </a:r>
          </a:p>
          <a:p>
            <a:pPr marL="457200" indent="-457200" algn="just">
              <a:spcAft>
                <a:spcPts val="800"/>
              </a:spcAft>
              <a:buFont typeface="Arial" panose="020B0604020202020204" pitchFamily="34" charset="0"/>
              <a:buChar char="•"/>
            </a:pPr>
            <a:endParaRPr lang="en-GB" sz="3200" b="0" dirty="0">
              <a:solidFill>
                <a:schemeClr val="tx2"/>
              </a:solidFill>
              <a:latin typeface="Barlow" pitchFamily="2" charset="77"/>
              <a:ea typeface="Calibri" panose="020F0502020204030204" pitchFamily="34" charset="0"/>
              <a:cs typeface="Arial" panose="020B0604020202020204" pitchFamily="34" charset="0"/>
            </a:endParaRPr>
          </a:p>
          <a:p>
            <a:pPr marL="457200" indent="-457200" algn="just">
              <a:spcAft>
                <a:spcPts val="800"/>
              </a:spcAft>
              <a:buFont typeface="Arial" panose="020B0604020202020204" pitchFamily="34" charset="0"/>
              <a:buChar char="•"/>
            </a:pPr>
            <a:r>
              <a:rPr lang="en-GB" sz="3200" b="0" dirty="0">
                <a:solidFill>
                  <a:schemeClr val="tx2"/>
                </a:solidFill>
                <a:latin typeface="Barlow" pitchFamily="2" charset="77"/>
                <a:ea typeface="Calibri" panose="020F0502020204030204" pitchFamily="34" charset="0"/>
                <a:cs typeface="Arial" panose="020B0604020202020204" pitchFamily="34" charset="0"/>
              </a:rPr>
              <a:t>You should answer </a:t>
            </a:r>
            <a:r>
              <a:rPr lang="en-GB" sz="3200" dirty="0">
                <a:solidFill>
                  <a:schemeClr val="tx2"/>
                </a:solidFill>
                <a:latin typeface="Barlow" pitchFamily="2" charset="77"/>
                <a:ea typeface="Calibri" panose="020F0502020204030204" pitchFamily="34" charset="0"/>
                <a:cs typeface="Arial" panose="020B0604020202020204" pitchFamily="34" charset="0"/>
              </a:rPr>
              <a:t>one of the three </a:t>
            </a:r>
            <a:r>
              <a:rPr lang="en-GB" sz="3200" b="0" dirty="0">
                <a:solidFill>
                  <a:schemeClr val="tx2"/>
                </a:solidFill>
                <a:latin typeface="Barlow" pitchFamily="2" charset="77"/>
                <a:ea typeface="Calibri" panose="020F0502020204030204" pitchFamily="34" charset="0"/>
                <a:cs typeface="Arial" panose="020B0604020202020204" pitchFamily="34" charset="0"/>
              </a:rPr>
              <a:t>questions provided.</a:t>
            </a:r>
          </a:p>
        </p:txBody>
      </p:sp>
    </p:spTree>
    <p:extLst>
      <p:ext uri="{BB962C8B-B14F-4D97-AF65-F5344CB8AC3E}">
        <p14:creationId xmlns:p14="http://schemas.microsoft.com/office/powerpoint/2010/main" val="1390402375"/>
      </p:ext>
    </p:extLst>
  </p:cSld>
  <p:clrMapOvr>
    <a:masterClrMapping/>
  </p:clrMapOvr>
  <p:transition spd="med" advTm="222639"/>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BB62AE-C229-BBF9-4703-5D7D95DF0CED}"/>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F572643C-C5E4-5B9D-F21C-2D77442776D3}"/>
              </a:ext>
            </a:extLst>
          </p:cNvPr>
          <p:cNvSpPr txBox="1"/>
          <p:nvPr/>
        </p:nvSpPr>
        <p:spPr>
          <a:xfrm>
            <a:off x="1162334" y="759362"/>
            <a:ext cx="11862786"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Summative assessment: particulars</a:t>
            </a:r>
            <a:endParaRPr sz="5334" dirty="0"/>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E8B57FDC-DAD1-A861-B490-636A162C8BD9}"/>
              </a:ext>
            </a:extLst>
          </p:cNvPr>
          <p:cNvSpPr txBox="1"/>
          <p:nvPr/>
        </p:nvSpPr>
        <p:spPr>
          <a:xfrm>
            <a:off x="1162334" y="1805437"/>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2" name="Rectangle 1">
            <a:extLst>
              <a:ext uri="{FF2B5EF4-FFF2-40B4-BE49-F238E27FC236}">
                <a16:creationId xmlns:a16="http://schemas.microsoft.com/office/drawing/2014/main" id="{42FDA135-0A6F-45D9-197F-371E6D4F70B7}"/>
              </a:ext>
            </a:extLst>
          </p:cNvPr>
          <p:cNvSpPr/>
          <p:nvPr/>
        </p:nvSpPr>
        <p:spPr>
          <a:xfrm>
            <a:off x="1162334" y="1976285"/>
            <a:ext cx="15283344" cy="5139869"/>
          </a:xfrm>
          <a:prstGeom prst="rect">
            <a:avLst/>
          </a:prstGeom>
        </p:spPr>
        <p:txBody>
          <a:bodyPr wrap="square">
            <a:spAutoFit/>
          </a:bodyPr>
          <a:lstStyle/>
          <a:p>
            <a:pPr marL="457200" indent="-457200" algn="just">
              <a:spcAft>
                <a:spcPts val="800"/>
              </a:spcAft>
              <a:buFont typeface="Arial" panose="020B0604020202020204" pitchFamily="34" charset="0"/>
              <a:buChar char="•"/>
            </a:pPr>
            <a:r>
              <a:rPr lang="en-GB" sz="3200" b="0" dirty="0">
                <a:solidFill>
                  <a:schemeClr val="tx2"/>
                </a:solidFill>
                <a:latin typeface="Barlow" pitchFamily="2" charset="77"/>
                <a:ea typeface="Calibri" panose="020F0502020204030204" pitchFamily="34" charset="0"/>
                <a:cs typeface="Arial" panose="020B0604020202020204" pitchFamily="34" charset="0"/>
              </a:rPr>
              <a:t>Common questions:</a:t>
            </a:r>
          </a:p>
          <a:p>
            <a:pPr marL="457200" indent="-457200" algn="just">
              <a:spcAft>
                <a:spcPts val="800"/>
              </a:spcAft>
              <a:buFont typeface="Arial" panose="020B0604020202020204" pitchFamily="34" charset="0"/>
              <a:buChar char="•"/>
            </a:pPr>
            <a:endParaRPr lang="en-GB" sz="3200" b="0" dirty="0">
              <a:solidFill>
                <a:schemeClr val="tx2"/>
              </a:solidFill>
              <a:latin typeface="Barlow" pitchFamily="2" charset="77"/>
              <a:ea typeface="Calibri" panose="020F0502020204030204" pitchFamily="34" charset="0"/>
              <a:cs typeface="Arial" panose="020B0604020202020204" pitchFamily="34" charset="0"/>
            </a:endParaRPr>
          </a:p>
          <a:p>
            <a:pPr marL="457200" indent="-457200" algn="just">
              <a:spcAft>
                <a:spcPts val="800"/>
              </a:spcAft>
              <a:buFont typeface="Arial" panose="020B0604020202020204" pitchFamily="34" charset="0"/>
              <a:buChar char="•"/>
            </a:pPr>
            <a:r>
              <a:rPr lang="en-GB" sz="3200" b="0" dirty="0">
                <a:solidFill>
                  <a:schemeClr val="tx2"/>
                </a:solidFill>
                <a:latin typeface="Barlow" pitchFamily="2" charset="77"/>
                <a:ea typeface="Calibri" panose="020F0502020204030204" pitchFamily="34" charset="0"/>
                <a:cs typeface="Arial" panose="020B0604020202020204" pitchFamily="34" charset="0"/>
              </a:rPr>
              <a:t>You can use images/embedded videos etc. - treat them like figures.</a:t>
            </a:r>
          </a:p>
          <a:p>
            <a:pPr marL="457200" indent="-457200" algn="just">
              <a:spcAft>
                <a:spcPts val="800"/>
              </a:spcAft>
              <a:buFont typeface="Arial" panose="020B0604020202020204" pitchFamily="34" charset="0"/>
              <a:buChar char="•"/>
            </a:pPr>
            <a:r>
              <a:rPr lang="en-GB" sz="3200" b="0" dirty="0">
                <a:solidFill>
                  <a:schemeClr val="tx2"/>
                </a:solidFill>
                <a:latin typeface="Barlow" pitchFamily="2" charset="77"/>
                <a:ea typeface="Calibri" panose="020F0502020204030204" pitchFamily="34" charset="0"/>
                <a:cs typeface="Arial" panose="020B0604020202020204" pitchFamily="34" charset="0"/>
              </a:rPr>
              <a:t>You can use first person (‘I think…’).</a:t>
            </a:r>
          </a:p>
          <a:p>
            <a:pPr marL="457200" indent="-457200" algn="just">
              <a:spcAft>
                <a:spcPts val="800"/>
              </a:spcAft>
              <a:buFont typeface="Arial" panose="020B0604020202020204" pitchFamily="34" charset="0"/>
              <a:buChar char="•"/>
            </a:pPr>
            <a:r>
              <a:rPr lang="en-GB" sz="3200" b="0" dirty="0">
                <a:solidFill>
                  <a:schemeClr val="tx2"/>
                </a:solidFill>
                <a:latin typeface="Barlow" pitchFamily="2" charset="77"/>
                <a:ea typeface="Calibri" panose="020F0502020204030204" pitchFamily="34" charset="0"/>
                <a:cs typeface="Arial" panose="020B0604020202020204" pitchFamily="34" charset="0"/>
              </a:rPr>
              <a:t>You can use sub-headings.</a:t>
            </a:r>
          </a:p>
          <a:p>
            <a:pPr marL="457200" indent="-457200" algn="just">
              <a:spcAft>
                <a:spcPts val="800"/>
              </a:spcAft>
              <a:buFont typeface="Arial" panose="020B0604020202020204" pitchFamily="34" charset="0"/>
              <a:buChar char="•"/>
            </a:pPr>
            <a:r>
              <a:rPr lang="en-GB" sz="3200" b="0" dirty="0">
                <a:solidFill>
                  <a:schemeClr val="tx2"/>
                </a:solidFill>
                <a:latin typeface="Barlow" pitchFamily="2" charset="77"/>
                <a:ea typeface="Calibri" panose="020F0502020204030204" pitchFamily="34" charset="0"/>
                <a:cs typeface="Arial" panose="020B0604020202020204" pitchFamily="34" charset="0"/>
              </a:rPr>
              <a:t>A methods section/paragraph is not necessary – but it’s sometimes helpful to generally lay out the scope/line of argument/structure of the essay in your introduction.</a:t>
            </a:r>
          </a:p>
          <a:p>
            <a:pPr marL="457200" indent="-457200" algn="just">
              <a:spcAft>
                <a:spcPts val="800"/>
              </a:spcAft>
              <a:buFont typeface="Arial" panose="020B0604020202020204" pitchFamily="34" charset="0"/>
              <a:buChar char="•"/>
            </a:pPr>
            <a:r>
              <a:rPr lang="en-GB" sz="3200" b="0" dirty="0">
                <a:solidFill>
                  <a:schemeClr val="tx2"/>
                </a:solidFill>
                <a:latin typeface="Barlow" pitchFamily="2" charset="77"/>
                <a:ea typeface="Calibri" panose="020F0502020204030204" pitchFamily="34" charset="0"/>
                <a:cs typeface="Arial" panose="020B0604020202020204" pitchFamily="34" charset="0"/>
              </a:rPr>
              <a:t>OSCOLA is preferred, but whichever referencing system you use be consistent.</a:t>
            </a:r>
          </a:p>
        </p:txBody>
      </p:sp>
    </p:spTree>
    <p:extLst>
      <p:ext uri="{BB962C8B-B14F-4D97-AF65-F5344CB8AC3E}">
        <p14:creationId xmlns:p14="http://schemas.microsoft.com/office/powerpoint/2010/main" val="2956976183"/>
      </p:ext>
    </p:extLst>
  </p:cSld>
  <p:clrMapOvr>
    <a:masterClrMapping/>
  </p:clrMapOvr>
  <p:transition spd="med" advTm="222639"/>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21084B-8B21-78C4-3ACE-4DBD2309C400}"/>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BCF47723-16D5-2E98-F2BB-50FCFFF3E911}"/>
              </a:ext>
            </a:extLst>
          </p:cNvPr>
          <p:cNvSpPr txBox="1"/>
          <p:nvPr/>
        </p:nvSpPr>
        <p:spPr>
          <a:xfrm>
            <a:off x="1162334" y="759362"/>
            <a:ext cx="11862786" cy="82975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Summative assessment: particulars</a:t>
            </a:r>
            <a:endParaRPr sz="5334" dirty="0"/>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19E10C3E-FC8C-7ECA-ED2F-AD1F14D5CF7D}"/>
              </a:ext>
            </a:extLst>
          </p:cNvPr>
          <p:cNvSpPr txBox="1"/>
          <p:nvPr/>
        </p:nvSpPr>
        <p:spPr>
          <a:xfrm>
            <a:off x="1162334" y="1805437"/>
            <a:ext cx="15015594" cy="469577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2" name="Rectangle 1">
            <a:extLst>
              <a:ext uri="{FF2B5EF4-FFF2-40B4-BE49-F238E27FC236}">
                <a16:creationId xmlns:a16="http://schemas.microsoft.com/office/drawing/2014/main" id="{EF07D7C1-2580-182D-C9E2-F943C5D676BA}"/>
              </a:ext>
            </a:extLst>
          </p:cNvPr>
          <p:cNvSpPr/>
          <p:nvPr/>
        </p:nvSpPr>
        <p:spPr>
          <a:xfrm>
            <a:off x="1162334" y="1976285"/>
            <a:ext cx="15283344" cy="5529719"/>
          </a:xfrm>
          <a:prstGeom prst="rect">
            <a:avLst/>
          </a:prstGeom>
        </p:spPr>
        <p:txBody>
          <a:bodyPr wrap="square">
            <a:spAutoFit/>
          </a:bodyPr>
          <a:lstStyle/>
          <a:p>
            <a:pPr marL="457200" indent="-457200" algn="just">
              <a:spcAft>
                <a:spcPts val="800"/>
              </a:spcAft>
              <a:buFont typeface="Arial" panose="020B0604020202020204" pitchFamily="34" charset="0"/>
              <a:buChar char="•"/>
            </a:pPr>
            <a:r>
              <a:rPr lang="en-GB" sz="3200" b="0" dirty="0">
                <a:solidFill>
                  <a:schemeClr val="tx2"/>
                </a:solidFill>
                <a:latin typeface="Barlow" pitchFamily="2" charset="77"/>
                <a:ea typeface="Calibri" panose="020F0502020204030204" pitchFamily="34" charset="0"/>
                <a:cs typeface="Arial" panose="020B0604020202020204" pitchFamily="34" charset="0"/>
              </a:rPr>
              <a:t>Let’s talk AI…</a:t>
            </a:r>
          </a:p>
          <a:p>
            <a:pPr marL="457200" indent="-457200" algn="just">
              <a:spcAft>
                <a:spcPts val="800"/>
              </a:spcAft>
              <a:buFont typeface="Arial" panose="020B0604020202020204" pitchFamily="34" charset="0"/>
              <a:buChar char="•"/>
            </a:pPr>
            <a:endParaRPr lang="en-GB" sz="3200" b="0" dirty="0">
              <a:solidFill>
                <a:schemeClr val="tx2"/>
              </a:solidFill>
              <a:latin typeface="Barlow" pitchFamily="2" charset="77"/>
              <a:ea typeface="Calibri" panose="020F0502020204030204" pitchFamily="34" charset="0"/>
              <a:cs typeface="Arial" panose="020B0604020202020204" pitchFamily="34" charset="0"/>
            </a:endParaRPr>
          </a:p>
          <a:p>
            <a:pPr marL="457200" indent="-457200" algn="just">
              <a:spcAft>
                <a:spcPts val="800"/>
              </a:spcAft>
              <a:buFont typeface="Arial" panose="020B0604020202020204" pitchFamily="34" charset="0"/>
              <a:buChar char="•"/>
            </a:pPr>
            <a:r>
              <a:rPr lang="en-GB" sz="3200" b="0" dirty="0">
                <a:solidFill>
                  <a:schemeClr val="tx2"/>
                </a:solidFill>
                <a:latin typeface="Barlow" pitchFamily="2" charset="77"/>
                <a:ea typeface="Calibri" panose="020F0502020204030204" pitchFamily="34" charset="0"/>
                <a:cs typeface="Arial" panose="020B0604020202020204" pitchFamily="34" charset="0"/>
              </a:rPr>
              <a:t>If you make use of AI at any point in your research or writing process</a:t>
            </a:r>
            <a:r>
              <a:rPr lang="en-GB" sz="3200" dirty="0">
                <a:solidFill>
                  <a:schemeClr val="tx2"/>
                </a:solidFill>
                <a:latin typeface="Barlow" pitchFamily="2" charset="77"/>
                <a:ea typeface="Calibri" panose="020F0502020204030204" pitchFamily="34" charset="0"/>
                <a:cs typeface="Arial" panose="020B0604020202020204" pitchFamily="34" charset="0"/>
              </a:rPr>
              <a:t>, you must acknowledge the use of that tool</a:t>
            </a:r>
            <a:r>
              <a:rPr lang="en-GB" sz="3200" b="0" dirty="0">
                <a:solidFill>
                  <a:schemeClr val="tx2"/>
                </a:solidFill>
                <a:latin typeface="Barlow" pitchFamily="2" charset="77"/>
                <a:ea typeface="Calibri" panose="020F0502020204030204" pitchFamily="34" charset="0"/>
                <a:cs typeface="Arial" panose="020B0604020202020204" pitchFamily="34" charset="0"/>
              </a:rPr>
              <a:t> as you would any other piece of evidence or material in your submission</a:t>
            </a:r>
          </a:p>
          <a:p>
            <a:pPr marL="457200" indent="-457200" algn="just">
              <a:spcAft>
                <a:spcPts val="800"/>
              </a:spcAft>
              <a:buFont typeface="Arial" panose="020B0604020202020204" pitchFamily="34" charset="0"/>
              <a:buChar char="•"/>
            </a:pPr>
            <a:endParaRPr lang="en-GB" sz="3200" b="0" dirty="0">
              <a:solidFill>
                <a:schemeClr val="tx2"/>
              </a:solidFill>
              <a:latin typeface="Barlow" pitchFamily="2" charset="77"/>
              <a:ea typeface="Calibri" panose="020F0502020204030204" pitchFamily="34" charset="0"/>
              <a:cs typeface="Arial" panose="020B0604020202020204" pitchFamily="34" charset="0"/>
            </a:endParaRPr>
          </a:p>
          <a:p>
            <a:pPr marL="457200" indent="-457200" algn="just">
              <a:spcAft>
                <a:spcPts val="800"/>
              </a:spcAft>
              <a:buFont typeface="Arial" panose="020B0604020202020204" pitchFamily="34" charset="0"/>
              <a:buChar char="•"/>
            </a:pPr>
            <a:r>
              <a:rPr lang="en-GB" sz="3200" b="0" dirty="0">
                <a:solidFill>
                  <a:schemeClr val="tx2"/>
                </a:solidFill>
                <a:latin typeface="Barlow" pitchFamily="2" charset="77"/>
                <a:ea typeface="Calibri" panose="020F0502020204030204" pitchFamily="34" charset="0"/>
                <a:cs typeface="Arial" panose="020B0604020202020204" pitchFamily="34" charset="0"/>
              </a:rPr>
              <a:t>Remember: </a:t>
            </a:r>
            <a:r>
              <a:rPr lang="en-GB" sz="3200" dirty="0">
                <a:solidFill>
                  <a:schemeClr val="tx2"/>
                </a:solidFill>
                <a:latin typeface="Barlow" pitchFamily="2" charset="77"/>
                <a:ea typeface="Calibri" panose="020F0502020204030204" pitchFamily="34" charset="0"/>
                <a:cs typeface="Arial" panose="020B0604020202020204" pitchFamily="34" charset="0"/>
              </a:rPr>
              <a:t>fabricated sources </a:t>
            </a:r>
            <a:r>
              <a:rPr lang="en-GB" sz="3200" b="0" dirty="0">
                <a:solidFill>
                  <a:schemeClr val="tx2"/>
                </a:solidFill>
                <a:latin typeface="Barlow" pitchFamily="2" charset="77"/>
                <a:ea typeface="Calibri" panose="020F0502020204030204" pitchFamily="34" charset="0"/>
                <a:cs typeface="Arial" panose="020B0604020202020204" pitchFamily="34" charset="0"/>
              </a:rPr>
              <a:t>are grounds for academic misconduct referrals...</a:t>
            </a:r>
          </a:p>
          <a:p>
            <a:pPr marL="457200" indent="-457200" algn="just">
              <a:spcAft>
                <a:spcPts val="800"/>
              </a:spcAft>
              <a:buFont typeface="Arial" panose="020B0604020202020204" pitchFamily="34" charset="0"/>
              <a:buChar char="•"/>
            </a:pPr>
            <a:r>
              <a:rPr lang="en-GB" sz="3200" b="0" dirty="0">
                <a:solidFill>
                  <a:schemeClr val="tx2"/>
                </a:solidFill>
                <a:latin typeface="Barlow" pitchFamily="2" charset="77"/>
                <a:ea typeface="Calibri" panose="020F0502020204030204" pitchFamily="34" charset="0"/>
                <a:cs typeface="Arial" panose="020B0604020202020204" pitchFamily="34" charset="0"/>
              </a:rPr>
              <a:t>Also remember: </a:t>
            </a:r>
            <a:r>
              <a:rPr lang="en-GB" sz="3200" dirty="0">
                <a:solidFill>
                  <a:schemeClr val="tx2"/>
                </a:solidFill>
                <a:latin typeface="Barlow" pitchFamily="2" charset="77"/>
                <a:ea typeface="Calibri" panose="020F0502020204030204" pitchFamily="34" charset="0"/>
                <a:cs typeface="Arial" panose="020B0604020202020204" pitchFamily="34" charset="0"/>
              </a:rPr>
              <a:t>this is not an English exam</a:t>
            </a:r>
            <a:r>
              <a:rPr lang="en-GB" sz="3200" b="0" dirty="0">
                <a:solidFill>
                  <a:schemeClr val="tx2"/>
                </a:solidFill>
                <a:latin typeface="Barlow" pitchFamily="2" charset="77"/>
                <a:ea typeface="Calibri" panose="020F0502020204030204" pitchFamily="34" charset="0"/>
                <a:cs typeface="Arial" panose="020B0604020202020204" pitchFamily="34" charset="0"/>
              </a:rPr>
              <a:t>. As long as I can understand what you are trying to communicate I do not expect a fully polished/grammatically perfect essay! I would rather it wasn’t!</a:t>
            </a:r>
          </a:p>
        </p:txBody>
      </p:sp>
    </p:spTree>
    <p:extLst>
      <p:ext uri="{BB962C8B-B14F-4D97-AF65-F5344CB8AC3E}">
        <p14:creationId xmlns:p14="http://schemas.microsoft.com/office/powerpoint/2010/main" val="1103600432"/>
      </p:ext>
    </p:extLst>
  </p:cSld>
  <p:clrMapOvr>
    <a:masterClrMapping/>
  </p:clrMapOvr>
  <p:transition spd="med" advTm="222639"/>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4F8B15-76EC-B2E4-7F57-D661808DE317}"/>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80C1C42C-93F0-0DA4-4F55-B87AC57A2C60}"/>
              </a:ext>
            </a:extLst>
          </p:cNvPr>
          <p:cNvSpPr txBox="1"/>
          <p:nvPr/>
        </p:nvSpPr>
        <p:spPr>
          <a:xfrm>
            <a:off x="1162334" y="759362"/>
            <a:ext cx="11862786"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Summative assessment: particulars</a:t>
            </a:r>
            <a:endParaRPr sz="5334" dirty="0"/>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7887CD0D-7E1F-50E3-748C-BC09A6F78D1C}"/>
              </a:ext>
            </a:extLst>
          </p:cNvPr>
          <p:cNvSpPr txBox="1"/>
          <p:nvPr/>
        </p:nvSpPr>
        <p:spPr>
          <a:xfrm>
            <a:off x="1162334" y="1805437"/>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2" name="Rectangle 1">
            <a:extLst>
              <a:ext uri="{FF2B5EF4-FFF2-40B4-BE49-F238E27FC236}">
                <a16:creationId xmlns:a16="http://schemas.microsoft.com/office/drawing/2014/main" id="{F97B8347-E34E-58AD-BC14-46DF2FE7903E}"/>
              </a:ext>
            </a:extLst>
          </p:cNvPr>
          <p:cNvSpPr/>
          <p:nvPr/>
        </p:nvSpPr>
        <p:spPr>
          <a:xfrm>
            <a:off x="1162334" y="1976285"/>
            <a:ext cx="15283344" cy="6227346"/>
          </a:xfrm>
          <a:prstGeom prst="rect">
            <a:avLst/>
          </a:prstGeom>
        </p:spPr>
        <p:txBody>
          <a:bodyPr wrap="square">
            <a:spAutoFit/>
          </a:bodyPr>
          <a:lstStyle/>
          <a:p>
            <a:pPr marL="457200" indent="-457200" algn="just">
              <a:spcAft>
                <a:spcPts val="800"/>
              </a:spcAft>
              <a:buFont typeface="Arial" panose="020B0604020202020204" pitchFamily="34" charset="0"/>
              <a:buChar char="•"/>
            </a:pPr>
            <a:r>
              <a:rPr lang="en-GB" sz="3200" b="0" dirty="0">
                <a:solidFill>
                  <a:schemeClr val="tx2"/>
                </a:solidFill>
                <a:latin typeface="Barlow" pitchFamily="2" charset="77"/>
                <a:ea typeface="Calibri" panose="020F0502020204030204" pitchFamily="34" charset="0"/>
                <a:cs typeface="Arial" panose="020B0604020202020204" pitchFamily="34" charset="0"/>
              </a:rPr>
              <a:t>Let’s talk plagiarism…</a:t>
            </a:r>
          </a:p>
          <a:p>
            <a:pPr marL="457200" indent="-457200" algn="just">
              <a:spcAft>
                <a:spcPts val="800"/>
              </a:spcAft>
              <a:buFont typeface="Arial" panose="020B0604020202020204" pitchFamily="34" charset="0"/>
              <a:buChar char="•"/>
            </a:pPr>
            <a:endParaRPr lang="en-GB" sz="3200" b="0" dirty="0">
              <a:solidFill>
                <a:schemeClr val="tx2"/>
              </a:solidFill>
              <a:latin typeface="Barlow" pitchFamily="2" charset="77"/>
              <a:ea typeface="Calibri" panose="020F0502020204030204" pitchFamily="34" charset="0"/>
              <a:cs typeface="Arial" panose="020B0604020202020204" pitchFamily="34" charset="0"/>
            </a:endParaRPr>
          </a:p>
          <a:p>
            <a:pPr marL="457200" indent="-457200" algn="just">
              <a:spcAft>
                <a:spcPts val="800"/>
              </a:spcAft>
              <a:buFont typeface="Arial" panose="020B0604020202020204" pitchFamily="34" charset="0"/>
              <a:buChar char="•"/>
            </a:pPr>
            <a:r>
              <a:rPr lang="en-GB" sz="3200" b="0" dirty="0">
                <a:solidFill>
                  <a:schemeClr val="tx2"/>
                </a:solidFill>
                <a:latin typeface="Barlow" pitchFamily="2" charset="77"/>
                <a:ea typeface="Calibri" panose="020F0502020204030204" pitchFamily="34" charset="0"/>
                <a:cs typeface="Arial" panose="020B0604020202020204" pitchFamily="34" charset="0"/>
              </a:rPr>
              <a:t>How does Turnitin work? It compares your work against a large database of other sources and reports ‘matches’ between those sources (reported as %)</a:t>
            </a:r>
          </a:p>
          <a:p>
            <a:pPr marL="457200" indent="-457200" algn="just">
              <a:spcAft>
                <a:spcPts val="800"/>
              </a:spcAft>
              <a:buFont typeface="Arial" panose="020B0604020202020204" pitchFamily="34" charset="0"/>
              <a:buChar char="•"/>
            </a:pPr>
            <a:endParaRPr lang="en-GB" sz="3200" b="0" dirty="0">
              <a:solidFill>
                <a:schemeClr val="tx2"/>
              </a:solidFill>
              <a:latin typeface="Barlow" pitchFamily="2" charset="77"/>
              <a:ea typeface="Calibri" panose="020F0502020204030204" pitchFamily="34" charset="0"/>
              <a:cs typeface="Arial" panose="020B0604020202020204" pitchFamily="34" charset="0"/>
            </a:endParaRPr>
          </a:p>
          <a:p>
            <a:pPr marL="457200" indent="-457200" algn="just">
              <a:spcAft>
                <a:spcPts val="800"/>
              </a:spcAft>
              <a:buFont typeface="Arial" panose="020B0604020202020204" pitchFamily="34" charset="0"/>
              <a:buChar char="•"/>
            </a:pPr>
            <a:r>
              <a:rPr lang="en-GB" sz="3200" b="0" dirty="0">
                <a:solidFill>
                  <a:schemeClr val="tx2"/>
                </a:solidFill>
                <a:latin typeface="Barlow" pitchFamily="2" charset="77"/>
                <a:ea typeface="Calibri" panose="020F0502020204030204" pitchFamily="34" charset="0"/>
                <a:cs typeface="Arial" panose="020B0604020202020204" pitchFamily="34" charset="0"/>
              </a:rPr>
              <a:t>A high % does not automatically mean there is a problem provided you are following </a:t>
            </a:r>
            <a:r>
              <a:rPr lang="en-GB" sz="3200" dirty="0">
                <a:solidFill>
                  <a:schemeClr val="tx2"/>
                </a:solidFill>
                <a:latin typeface="Barlow" pitchFamily="2" charset="77"/>
                <a:ea typeface="Calibri" panose="020F0502020204030204" pitchFamily="34" charset="0"/>
                <a:cs typeface="Arial" panose="020B0604020202020204" pitchFamily="34" charset="0"/>
              </a:rPr>
              <a:t>good academic practice </a:t>
            </a:r>
            <a:r>
              <a:rPr lang="en-GB" sz="3200" b="0" dirty="0">
                <a:solidFill>
                  <a:schemeClr val="tx2"/>
                </a:solidFill>
                <a:latin typeface="Barlow" pitchFamily="2" charset="77"/>
                <a:ea typeface="Calibri" panose="020F0502020204030204" pitchFamily="34" charset="0"/>
                <a:cs typeface="Arial" panose="020B0604020202020204" pitchFamily="34" charset="0"/>
              </a:rPr>
              <a:t>(e.g., acknowledging direct quotes)</a:t>
            </a:r>
          </a:p>
          <a:p>
            <a:pPr marL="457200" indent="-457200" algn="just">
              <a:spcAft>
                <a:spcPts val="800"/>
              </a:spcAft>
              <a:buFont typeface="Arial" panose="020B0604020202020204" pitchFamily="34" charset="0"/>
              <a:buChar char="•"/>
            </a:pPr>
            <a:endParaRPr lang="en-GB" sz="3200" b="0" dirty="0">
              <a:solidFill>
                <a:schemeClr val="tx2"/>
              </a:solidFill>
              <a:latin typeface="Barlow" pitchFamily="2" charset="77"/>
              <a:ea typeface="Calibri" panose="020F0502020204030204" pitchFamily="34" charset="0"/>
              <a:cs typeface="Arial" panose="020B0604020202020204" pitchFamily="34" charset="0"/>
            </a:endParaRPr>
          </a:p>
          <a:p>
            <a:pPr marL="457200" indent="-457200" algn="just">
              <a:spcAft>
                <a:spcPts val="800"/>
              </a:spcAft>
              <a:buFont typeface="Arial" panose="020B0604020202020204" pitchFamily="34" charset="0"/>
              <a:buChar char="•"/>
            </a:pPr>
            <a:r>
              <a:rPr lang="en-GB" sz="3200" b="0" dirty="0">
                <a:solidFill>
                  <a:schemeClr val="tx2"/>
                </a:solidFill>
                <a:latin typeface="Barlow" pitchFamily="2" charset="77"/>
                <a:ea typeface="Calibri" panose="020F0502020204030204" pitchFamily="34" charset="0"/>
                <a:cs typeface="Arial" panose="020B0604020202020204" pitchFamily="34" charset="0"/>
              </a:rPr>
              <a:t>Plagiarism includes self-plagiarism – please don’t submit your work elsewhere before through </a:t>
            </a:r>
            <a:r>
              <a:rPr lang="en-GB" sz="3200" b="0" dirty="0" err="1">
                <a:solidFill>
                  <a:schemeClr val="tx2"/>
                </a:solidFill>
                <a:latin typeface="Barlow" pitchFamily="2" charset="77"/>
                <a:ea typeface="Calibri" panose="020F0502020204030204" pitchFamily="34" charset="0"/>
                <a:cs typeface="Arial" panose="020B0604020202020204" pitchFamily="34" charset="0"/>
              </a:rPr>
              <a:t>UofG</a:t>
            </a:r>
            <a:r>
              <a:rPr lang="en-GB" sz="3200" b="0" dirty="0">
                <a:solidFill>
                  <a:schemeClr val="tx2"/>
                </a:solidFill>
                <a:latin typeface="Barlow" pitchFamily="2" charset="77"/>
                <a:ea typeface="Calibri" panose="020F0502020204030204" pitchFamily="34" charset="0"/>
                <a:cs typeface="Arial" panose="020B0604020202020204" pitchFamily="34" charset="0"/>
              </a:rPr>
              <a:t>!</a:t>
            </a:r>
          </a:p>
          <a:p>
            <a:pPr marL="457200" indent="-457200" algn="just">
              <a:spcAft>
                <a:spcPts val="800"/>
              </a:spcAft>
              <a:buFont typeface="Arial" panose="020B0604020202020204" pitchFamily="34" charset="0"/>
              <a:buChar char="•"/>
            </a:pPr>
            <a:endParaRPr lang="en-GB" sz="3200" b="0" dirty="0">
              <a:solidFill>
                <a:schemeClr val="tx2"/>
              </a:solidFill>
              <a:latin typeface="Barlow" pitchFamily="2" charset="77"/>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525702453"/>
      </p:ext>
    </p:extLst>
  </p:cSld>
  <p:clrMapOvr>
    <a:masterClrMapping/>
  </p:clrMapOvr>
  <p:transition spd="med" advTm="222639"/>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974CA9-EE97-F91C-D053-27D8BFE36EE0}"/>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DA7E58B1-EC8C-5472-EEEB-B30DDD92316F}"/>
              </a:ext>
            </a:extLst>
          </p:cNvPr>
          <p:cNvSpPr txBox="1"/>
          <p:nvPr/>
        </p:nvSpPr>
        <p:spPr>
          <a:xfrm>
            <a:off x="1162334" y="759362"/>
            <a:ext cx="11862786"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Summative assessment: top tips</a:t>
            </a:r>
            <a:endParaRPr sz="5334" dirty="0"/>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F624B6CD-C894-D320-9DBE-E6D9DE3010D3}"/>
              </a:ext>
            </a:extLst>
          </p:cNvPr>
          <p:cNvSpPr txBox="1"/>
          <p:nvPr/>
        </p:nvSpPr>
        <p:spPr>
          <a:xfrm>
            <a:off x="1162334" y="1805437"/>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2" name="Rectangle 1">
            <a:extLst>
              <a:ext uri="{FF2B5EF4-FFF2-40B4-BE49-F238E27FC236}">
                <a16:creationId xmlns:a16="http://schemas.microsoft.com/office/drawing/2014/main" id="{BCFDDCDB-CA60-8F6F-2561-717E769B0CB1}"/>
              </a:ext>
            </a:extLst>
          </p:cNvPr>
          <p:cNvSpPr/>
          <p:nvPr/>
        </p:nvSpPr>
        <p:spPr>
          <a:xfrm>
            <a:off x="1162334" y="1976285"/>
            <a:ext cx="15283344" cy="2964914"/>
          </a:xfrm>
          <a:prstGeom prst="rect">
            <a:avLst/>
          </a:prstGeom>
        </p:spPr>
        <p:txBody>
          <a:bodyPr wrap="square">
            <a:spAutoFit/>
          </a:bodyPr>
          <a:lstStyle/>
          <a:p>
            <a:pPr marL="514350" indent="-514350" algn="just">
              <a:spcAft>
                <a:spcPts val="800"/>
              </a:spcAft>
              <a:buAutoNum type="arabicParenBoth"/>
            </a:pPr>
            <a:r>
              <a:rPr lang="en-GB" sz="3200" b="0" dirty="0">
                <a:solidFill>
                  <a:schemeClr val="tx2"/>
                </a:solidFill>
                <a:latin typeface="Barlow" pitchFamily="2" charset="77"/>
                <a:ea typeface="Calibri" panose="020F0502020204030204" pitchFamily="34" charset="0"/>
                <a:cs typeface="Arial" panose="020B0604020202020204" pitchFamily="34" charset="0"/>
              </a:rPr>
              <a:t>What is the law in this area (discussion of UK/comparative law)?</a:t>
            </a:r>
          </a:p>
          <a:p>
            <a:pPr algn="just">
              <a:spcAft>
                <a:spcPts val="800"/>
              </a:spcAft>
            </a:pPr>
            <a:endParaRPr lang="en-GB" sz="3200" b="0" dirty="0">
              <a:solidFill>
                <a:schemeClr val="tx2"/>
              </a:solidFill>
              <a:latin typeface="Barlow" pitchFamily="2" charset="77"/>
              <a:ea typeface="Calibri" panose="020F0502020204030204" pitchFamily="34" charset="0"/>
              <a:cs typeface="Arial" panose="020B0604020202020204" pitchFamily="34" charset="0"/>
            </a:endParaRPr>
          </a:p>
          <a:p>
            <a:pPr algn="just">
              <a:spcAft>
                <a:spcPts val="800"/>
              </a:spcAft>
            </a:pPr>
            <a:r>
              <a:rPr lang="en-GB" sz="3200" b="0" dirty="0">
                <a:solidFill>
                  <a:schemeClr val="tx2"/>
                </a:solidFill>
                <a:latin typeface="Barlow" pitchFamily="2" charset="77"/>
                <a:ea typeface="Calibri" panose="020F0502020204030204" pitchFamily="34" charset="0"/>
                <a:cs typeface="Arial" panose="020B0604020202020204" pitchFamily="34" charset="0"/>
              </a:rPr>
              <a:t>(2) Why do you think the way you do about the statement (agree/disagree)?</a:t>
            </a:r>
          </a:p>
          <a:p>
            <a:pPr algn="just">
              <a:spcAft>
                <a:spcPts val="800"/>
              </a:spcAft>
            </a:pPr>
            <a:endParaRPr lang="en-GB" sz="3200" b="0" dirty="0">
              <a:solidFill>
                <a:schemeClr val="tx2"/>
              </a:solidFill>
              <a:latin typeface="Barlow" pitchFamily="2" charset="77"/>
              <a:ea typeface="Calibri" panose="020F0502020204030204" pitchFamily="34" charset="0"/>
              <a:cs typeface="Arial" panose="020B0604020202020204" pitchFamily="34" charset="0"/>
            </a:endParaRPr>
          </a:p>
          <a:p>
            <a:pPr algn="just">
              <a:spcAft>
                <a:spcPts val="800"/>
              </a:spcAft>
            </a:pPr>
            <a:r>
              <a:rPr lang="en-GB" sz="3200" b="0" dirty="0">
                <a:solidFill>
                  <a:schemeClr val="tx2"/>
                </a:solidFill>
                <a:latin typeface="Barlow" pitchFamily="2" charset="77"/>
                <a:ea typeface="Calibri" panose="020F0502020204030204" pitchFamily="34" charset="0"/>
                <a:cs typeface="Arial" panose="020B0604020202020204" pitchFamily="34" charset="0"/>
              </a:rPr>
              <a:t>(3) Says who? (relevant literature and legal authority)</a:t>
            </a:r>
          </a:p>
        </p:txBody>
      </p:sp>
    </p:spTree>
    <p:extLst>
      <p:ext uri="{BB962C8B-B14F-4D97-AF65-F5344CB8AC3E}">
        <p14:creationId xmlns:p14="http://schemas.microsoft.com/office/powerpoint/2010/main" val="979650417"/>
      </p:ext>
    </p:extLst>
  </p:cSld>
  <p:clrMapOvr>
    <a:masterClrMapping/>
  </p:clrMapOvr>
  <p:transition spd="med" advTm="222639"/>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9FCDBD-BBB1-17E2-52DC-D36836D8B95B}"/>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E020A44E-809C-D38F-3935-EBBF1AFC4267}"/>
              </a:ext>
            </a:extLst>
          </p:cNvPr>
          <p:cNvSpPr txBox="1"/>
          <p:nvPr/>
        </p:nvSpPr>
        <p:spPr>
          <a:xfrm>
            <a:off x="1162334" y="759362"/>
            <a:ext cx="11862786" cy="82975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Summative assessment: top tips</a:t>
            </a:r>
            <a:endParaRPr sz="5334" dirty="0"/>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3C25101C-137D-A897-6CF0-FE40122E5A74}"/>
              </a:ext>
            </a:extLst>
          </p:cNvPr>
          <p:cNvSpPr txBox="1"/>
          <p:nvPr/>
        </p:nvSpPr>
        <p:spPr>
          <a:xfrm>
            <a:off x="1162334" y="1805437"/>
            <a:ext cx="15015594" cy="469577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2" name="Rectangle 1">
            <a:extLst>
              <a:ext uri="{FF2B5EF4-FFF2-40B4-BE49-F238E27FC236}">
                <a16:creationId xmlns:a16="http://schemas.microsoft.com/office/drawing/2014/main" id="{AB6B2B66-3945-3B6D-F0AE-90370D038F81}"/>
              </a:ext>
            </a:extLst>
          </p:cNvPr>
          <p:cNvSpPr/>
          <p:nvPr/>
        </p:nvSpPr>
        <p:spPr>
          <a:xfrm>
            <a:off x="1162334" y="1976285"/>
            <a:ext cx="15283344" cy="3457357"/>
          </a:xfrm>
          <a:prstGeom prst="rect">
            <a:avLst/>
          </a:prstGeom>
        </p:spPr>
        <p:txBody>
          <a:bodyPr wrap="square">
            <a:spAutoFit/>
          </a:bodyPr>
          <a:lstStyle/>
          <a:p>
            <a:pPr marL="514350" indent="-514350" algn="just">
              <a:spcAft>
                <a:spcPts val="800"/>
              </a:spcAft>
              <a:buAutoNum type="arabicParenBoth"/>
            </a:pPr>
            <a:r>
              <a:rPr lang="en-GB" sz="3200" b="0" dirty="0">
                <a:solidFill>
                  <a:schemeClr val="tx2"/>
                </a:solidFill>
                <a:latin typeface="Barlow" pitchFamily="2" charset="77"/>
                <a:ea typeface="Calibri" panose="020F0502020204030204" pitchFamily="34" charset="0"/>
                <a:cs typeface="Arial" panose="020B0604020202020204" pitchFamily="34" charset="0"/>
              </a:rPr>
              <a:t>What is the law in this area (discussion of UK/comparative law)?</a:t>
            </a:r>
          </a:p>
          <a:p>
            <a:pPr marL="514350" indent="-514350" algn="just">
              <a:spcAft>
                <a:spcPts val="800"/>
              </a:spcAft>
              <a:buAutoNum type="arabicParenBoth"/>
            </a:pPr>
            <a:endParaRPr lang="en-GB" sz="3200" b="0" dirty="0">
              <a:solidFill>
                <a:schemeClr val="tx2"/>
              </a:solidFill>
              <a:latin typeface="Barlow" pitchFamily="2" charset="77"/>
              <a:ea typeface="Calibri" panose="020F0502020204030204" pitchFamily="34" charset="0"/>
              <a:cs typeface="Arial" panose="020B0604020202020204" pitchFamily="34" charset="0"/>
            </a:endParaRPr>
          </a:p>
          <a:p>
            <a:pPr marL="457200" indent="-457200" algn="just">
              <a:spcAft>
                <a:spcPts val="800"/>
              </a:spcAft>
              <a:buFont typeface="Arial" panose="020B0604020202020204" pitchFamily="34" charset="0"/>
              <a:buChar char="•"/>
            </a:pPr>
            <a:r>
              <a:rPr lang="en-GB" sz="3200" b="0" dirty="0">
                <a:solidFill>
                  <a:schemeClr val="tx2"/>
                </a:solidFill>
                <a:latin typeface="Barlow" pitchFamily="2" charset="77"/>
                <a:ea typeface="Calibri" panose="020F0502020204030204" pitchFamily="34" charset="0"/>
                <a:cs typeface="Arial" panose="020B0604020202020204" pitchFamily="34" charset="0"/>
              </a:rPr>
              <a:t>This evidences </a:t>
            </a:r>
            <a:r>
              <a:rPr lang="en-GB" sz="3200" dirty="0">
                <a:solidFill>
                  <a:schemeClr val="tx2"/>
                </a:solidFill>
                <a:latin typeface="Barlow" pitchFamily="2" charset="77"/>
                <a:ea typeface="Calibri" panose="020F0502020204030204" pitchFamily="34" charset="0"/>
                <a:cs typeface="Arial" panose="020B0604020202020204" pitchFamily="34" charset="0"/>
              </a:rPr>
              <a:t>knowledge and understanding</a:t>
            </a:r>
            <a:r>
              <a:rPr lang="en-GB" sz="3200" b="0" dirty="0">
                <a:solidFill>
                  <a:schemeClr val="tx2"/>
                </a:solidFill>
                <a:latin typeface="Barlow" pitchFamily="2" charset="77"/>
                <a:ea typeface="Calibri" panose="020F0502020204030204" pitchFamily="34" charset="0"/>
                <a:cs typeface="Arial" panose="020B0604020202020204" pitchFamily="34" charset="0"/>
              </a:rPr>
              <a:t> in the marking criteria.</a:t>
            </a:r>
          </a:p>
          <a:p>
            <a:pPr marL="457200" indent="-457200" algn="just">
              <a:spcAft>
                <a:spcPts val="800"/>
              </a:spcAft>
              <a:buFont typeface="Arial" panose="020B0604020202020204" pitchFamily="34" charset="0"/>
              <a:buChar char="•"/>
            </a:pPr>
            <a:r>
              <a:rPr lang="en-GB" sz="3200" dirty="0">
                <a:solidFill>
                  <a:schemeClr val="tx2"/>
                </a:solidFill>
                <a:latin typeface="Barlow" pitchFamily="2" charset="77"/>
                <a:ea typeface="Calibri" panose="020F0502020204030204" pitchFamily="34" charset="0"/>
                <a:cs typeface="Arial" panose="020B0604020202020204" pitchFamily="34" charset="0"/>
              </a:rPr>
              <a:t>Accuracy</a:t>
            </a:r>
            <a:r>
              <a:rPr lang="en-GB" sz="3200" b="0" dirty="0">
                <a:solidFill>
                  <a:schemeClr val="tx2"/>
                </a:solidFill>
                <a:latin typeface="Barlow" pitchFamily="2" charset="77"/>
                <a:ea typeface="Calibri" panose="020F0502020204030204" pitchFamily="34" charset="0"/>
                <a:cs typeface="Arial" panose="020B0604020202020204" pitchFamily="34" charset="0"/>
              </a:rPr>
              <a:t> – is the law as stated correct and relevant to the topic? Are there omissions of important cases/concepts?</a:t>
            </a:r>
          </a:p>
          <a:p>
            <a:pPr marL="457200" indent="-457200" algn="just">
              <a:spcAft>
                <a:spcPts val="800"/>
              </a:spcAft>
              <a:buFont typeface="Arial" panose="020B0604020202020204" pitchFamily="34" charset="0"/>
              <a:buChar char="•"/>
            </a:pPr>
            <a:r>
              <a:rPr lang="en-GB" sz="3200" b="0" dirty="0">
                <a:solidFill>
                  <a:schemeClr val="tx2"/>
                </a:solidFill>
                <a:latin typeface="Barlow" pitchFamily="2" charset="77"/>
                <a:ea typeface="Calibri" panose="020F0502020204030204" pitchFamily="34" charset="0"/>
                <a:cs typeface="Arial" panose="020B0604020202020204" pitchFamily="34" charset="0"/>
              </a:rPr>
              <a:t>Are the correct </a:t>
            </a:r>
            <a:r>
              <a:rPr lang="en-GB" sz="3200" dirty="0">
                <a:solidFill>
                  <a:schemeClr val="tx2"/>
                </a:solidFill>
                <a:latin typeface="Barlow" pitchFamily="2" charset="77"/>
                <a:ea typeface="Calibri" panose="020F0502020204030204" pitchFamily="34" charset="0"/>
                <a:cs typeface="Arial" panose="020B0604020202020204" pitchFamily="34" charset="0"/>
              </a:rPr>
              <a:t>technical terms </a:t>
            </a:r>
            <a:r>
              <a:rPr lang="en-GB" sz="3200" b="0" dirty="0">
                <a:solidFill>
                  <a:schemeClr val="tx2"/>
                </a:solidFill>
                <a:latin typeface="Barlow" pitchFamily="2" charset="77"/>
                <a:ea typeface="Calibri" panose="020F0502020204030204" pitchFamily="34" charset="0"/>
                <a:cs typeface="Arial" panose="020B0604020202020204" pitchFamily="34" charset="0"/>
              </a:rPr>
              <a:t>being used?</a:t>
            </a:r>
          </a:p>
        </p:txBody>
      </p:sp>
    </p:spTree>
    <p:extLst>
      <p:ext uri="{BB962C8B-B14F-4D97-AF65-F5344CB8AC3E}">
        <p14:creationId xmlns:p14="http://schemas.microsoft.com/office/powerpoint/2010/main" val="2987516213"/>
      </p:ext>
    </p:extLst>
  </p:cSld>
  <p:clrMapOvr>
    <a:masterClrMapping/>
  </p:clrMapOvr>
  <p:transition spd="med" advTm="222639"/>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6348F4-E4AF-271F-8089-052FA8D70BAD}"/>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9E03981B-E6E7-2D5E-C463-CE535B9AF575}"/>
              </a:ext>
            </a:extLst>
          </p:cNvPr>
          <p:cNvSpPr txBox="1"/>
          <p:nvPr/>
        </p:nvSpPr>
        <p:spPr>
          <a:xfrm>
            <a:off x="1162334" y="759362"/>
            <a:ext cx="11862786"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Summative assessment: top tips</a:t>
            </a:r>
            <a:endParaRPr sz="5334" dirty="0"/>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896CDE50-4346-A744-DC51-86FD5A8FD46D}"/>
              </a:ext>
            </a:extLst>
          </p:cNvPr>
          <p:cNvSpPr txBox="1"/>
          <p:nvPr/>
        </p:nvSpPr>
        <p:spPr>
          <a:xfrm>
            <a:off x="1162334" y="1805437"/>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2" name="Rectangle 1">
            <a:extLst>
              <a:ext uri="{FF2B5EF4-FFF2-40B4-BE49-F238E27FC236}">
                <a16:creationId xmlns:a16="http://schemas.microsoft.com/office/drawing/2014/main" id="{737AA522-485B-9F9E-F78B-F6E4C79BD051}"/>
              </a:ext>
            </a:extLst>
          </p:cNvPr>
          <p:cNvSpPr/>
          <p:nvPr/>
        </p:nvSpPr>
        <p:spPr>
          <a:xfrm>
            <a:off x="1162334" y="1976285"/>
            <a:ext cx="15283344" cy="7212231"/>
          </a:xfrm>
          <a:prstGeom prst="rect">
            <a:avLst/>
          </a:prstGeom>
        </p:spPr>
        <p:txBody>
          <a:bodyPr wrap="square">
            <a:spAutoFit/>
          </a:bodyPr>
          <a:lstStyle/>
          <a:p>
            <a:pPr marL="514350" indent="-514350" algn="just">
              <a:spcAft>
                <a:spcPts val="800"/>
              </a:spcAft>
              <a:buAutoNum type="arabicParenBoth"/>
            </a:pPr>
            <a:r>
              <a:rPr lang="en-GB" sz="3200" b="0" dirty="0">
                <a:solidFill>
                  <a:schemeClr val="tx2"/>
                </a:solidFill>
                <a:latin typeface="Barlow" pitchFamily="2" charset="77"/>
                <a:ea typeface="Calibri" panose="020F0502020204030204" pitchFamily="34" charset="0"/>
                <a:cs typeface="Arial" panose="020B0604020202020204" pitchFamily="34" charset="0"/>
              </a:rPr>
              <a:t>What is the law in this area (discussion of UK/comparative law)?</a:t>
            </a:r>
          </a:p>
          <a:p>
            <a:pPr algn="just">
              <a:spcAft>
                <a:spcPts val="800"/>
              </a:spcAft>
            </a:pPr>
            <a:endParaRPr lang="en-GB" sz="3200" b="0" dirty="0">
              <a:solidFill>
                <a:schemeClr val="tx2"/>
              </a:solidFill>
              <a:latin typeface="Barlow" pitchFamily="2" charset="77"/>
              <a:ea typeface="Calibri" panose="020F0502020204030204" pitchFamily="34" charset="0"/>
              <a:cs typeface="Arial" panose="020B0604020202020204" pitchFamily="34" charset="0"/>
            </a:endParaRPr>
          </a:p>
          <a:p>
            <a:pPr marL="457200" indent="-457200" algn="just">
              <a:spcAft>
                <a:spcPts val="800"/>
              </a:spcAft>
              <a:buFont typeface="Arial" panose="020B0604020202020204" pitchFamily="34" charset="0"/>
              <a:buChar char="•"/>
            </a:pPr>
            <a:r>
              <a:rPr lang="en-GB" sz="3200" b="0" dirty="0">
                <a:solidFill>
                  <a:schemeClr val="tx2"/>
                </a:solidFill>
                <a:latin typeface="Barlow" pitchFamily="2" charset="77"/>
                <a:ea typeface="Calibri" panose="020F0502020204030204" pitchFamily="34" charset="0"/>
                <a:cs typeface="Arial" panose="020B0604020202020204" pitchFamily="34" charset="0"/>
              </a:rPr>
              <a:t>What do we need to know about </a:t>
            </a:r>
            <a:r>
              <a:rPr lang="en-GB" sz="3200" dirty="0">
                <a:solidFill>
                  <a:schemeClr val="tx2"/>
                </a:solidFill>
                <a:latin typeface="Barlow" pitchFamily="2" charset="77"/>
                <a:ea typeface="Calibri" panose="020F0502020204030204" pitchFamily="34" charset="0"/>
                <a:cs typeface="Arial" panose="020B0604020202020204" pitchFamily="34" charset="0"/>
              </a:rPr>
              <a:t>comparative</a:t>
            </a:r>
            <a:r>
              <a:rPr lang="en-GB" sz="3200" b="0" dirty="0">
                <a:solidFill>
                  <a:schemeClr val="tx2"/>
                </a:solidFill>
                <a:latin typeface="Barlow" pitchFamily="2" charset="77"/>
                <a:ea typeface="Calibri" panose="020F0502020204030204" pitchFamily="34" charset="0"/>
                <a:cs typeface="Arial" panose="020B0604020202020204" pitchFamily="34" charset="0"/>
              </a:rPr>
              <a:t> methods?</a:t>
            </a:r>
          </a:p>
          <a:p>
            <a:pPr marL="457200" indent="-457200" algn="just">
              <a:spcAft>
                <a:spcPts val="800"/>
              </a:spcAft>
              <a:buFont typeface="Arial" panose="020B0604020202020204" pitchFamily="34" charset="0"/>
              <a:buChar char="•"/>
            </a:pPr>
            <a:r>
              <a:rPr lang="en-GB" sz="3200" b="0" dirty="0">
                <a:solidFill>
                  <a:schemeClr val="tx2"/>
                </a:solidFill>
                <a:latin typeface="Barlow" pitchFamily="2" charset="77"/>
                <a:ea typeface="Calibri" panose="020F0502020204030204" pitchFamily="34" charset="0"/>
                <a:cs typeface="Arial" panose="020B0604020202020204" pitchFamily="34" charset="0"/>
              </a:rPr>
              <a:t>Popular choice for students, but rarely done well…!</a:t>
            </a:r>
          </a:p>
          <a:p>
            <a:pPr marL="457200" indent="-457200" algn="just">
              <a:spcAft>
                <a:spcPts val="800"/>
              </a:spcAft>
              <a:buFont typeface="Arial" panose="020B0604020202020204" pitchFamily="34" charset="0"/>
              <a:buChar char="•"/>
            </a:pPr>
            <a:r>
              <a:rPr lang="en-GB" sz="3200" b="0" dirty="0">
                <a:solidFill>
                  <a:schemeClr val="tx2"/>
                </a:solidFill>
                <a:latin typeface="Barlow" pitchFamily="2" charset="77"/>
                <a:ea typeface="Calibri" panose="020F0502020204030204" pitchFamily="34" charset="0"/>
                <a:cs typeface="Arial" panose="020B0604020202020204" pitchFamily="34" charset="0"/>
              </a:rPr>
              <a:t>The risks: comparative studies are a very particular method with formulaic requirements (check Salter and Mason in the reading list) – avoid the </a:t>
            </a:r>
            <a:r>
              <a:rPr lang="en-GB" sz="3200" dirty="0">
                <a:solidFill>
                  <a:schemeClr val="tx2"/>
                </a:solidFill>
                <a:latin typeface="Barlow" pitchFamily="2" charset="77"/>
                <a:ea typeface="Calibri" panose="020F0502020204030204" pitchFamily="34" charset="0"/>
                <a:cs typeface="Arial" panose="020B0604020202020204" pitchFamily="34" charset="0"/>
              </a:rPr>
              <a:t>apple/orange </a:t>
            </a:r>
            <a:r>
              <a:rPr lang="en-GB" sz="3200" b="0" dirty="0">
                <a:solidFill>
                  <a:schemeClr val="tx2"/>
                </a:solidFill>
                <a:latin typeface="Barlow" pitchFamily="2" charset="77"/>
                <a:ea typeface="Calibri" panose="020F0502020204030204" pitchFamily="34" charset="0"/>
                <a:cs typeface="Arial" panose="020B0604020202020204" pitchFamily="34" charset="0"/>
              </a:rPr>
              <a:t>problem.</a:t>
            </a:r>
          </a:p>
          <a:p>
            <a:pPr marL="457200" indent="-457200" algn="just">
              <a:spcAft>
                <a:spcPts val="800"/>
              </a:spcAft>
              <a:buFont typeface="Arial" panose="020B0604020202020204" pitchFamily="34" charset="0"/>
              <a:buChar char="•"/>
            </a:pPr>
            <a:r>
              <a:rPr lang="en-GB" sz="3200" b="0" dirty="0">
                <a:solidFill>
                  <a:schemeClr val="tx2"/>
                </a:solidFill>
                <a:latin typeface="Barlow" pitchFamily="2" charset="77"/>
                <a:ea typeface="Calibri" panose="020F0502020204030204" pitchFamily="34" charset="0"/>
                <a:cs typeface="Arial" panose="020B0604020202020204" pitchFamily="34" charset="0"/>
              </a:rPr>
              <a:t>They may be distracting from answering the question fully – consider: does it help?</a:t>
            </a:r>
          </a:p>
          <a:p>
            <a:pPr marL="457200" indent="-457200" algn="just">
              <a:spcAft>
                <a:spcPts val="800"/>
              </a:spcAft>
              <a:buFont typeface="Arial" panose="020B0604020202020204" pitchFamily="34" charset="0"/>
              <a:buChar char="•"/>
            </a:pPr>
            <a:r>
              <a:rPr lang="en-GB" sz="3200" dirty="0">
                <a:solidFill>
                  <a:schemeClr val="tx2"/>
                </a:solidFill>
                <a:latin typeface="Barlow" pitchFamily="2" charset="77"/>
                <a:ea typeface="Calibri" panose="020F0502020204030204" pitchFamily="34" charset="0"/>
                <a:cs typeface="Arial" panose="020B0604020202020204" pitchFamily="34" charset="0"/>
              </a:rPr>
              <a:t>Justification of jurisdiction </a:t>
            </a:r>
            <a:r>
              <a:rPr lang="en-GB" sz="3200" b="0" dirty="0">
                <a:solidFill>
                  <a:schemeClr val="tx2"/>
                </a:solidFill>
                <a:latin typeface="Barlow" pitchFamily="2" charset="77"/>
                <a:ea typeface="Calibri" panose="020F0502020204030204" pitchFamily="34" charset="0"/>
                <a:cs typeface="Arial" panose="020B0604020202020204" pitchFamily="34" charset="0"/>
              </a:rPr>
              <a:t>must be explained – avoid choosing countries because they are ‘convenient’ (e.g., speak the language, familiar with the system) – why are they interesting comparators in their own merit?</a:t>
            </a:r>
          </a:p>
          <a:p>
            <a:pPr marL="457200" indent="-457200" algn="just">
              <a:spcAft>
                <a:spcPts val="800"/>
              </a:spcAft>
              <a:buFont typeface="Arial" panose="020B0604020202020204" pitchFamily="34" charset="0"/>
              <a:buChar char="•"/>
            </a:pPr>
            <a:r>
              <a:rPr lang="en-GB" sz="3200" b="0" dirty="0">
                <a:solidFill>
                  <a:schemeClr val="tx2"/>
                </a:solidFill>
                <a:latin typeface="Barlow" pitchFamily="2" charset="77"/>
                <a:ea typeface="Calibri" panose="020F0502020204030204" pitchFamily="34" charset="0"/>
                <a:cs typeface="Arial" panose="020B0604020202020204" pitchFamily="34" charset="0"/>
              </a:rPr>
              <a:t>Not saying don’t – but saying proceed with caution! It’s also ok to say you are using jurisdictions ‘illustratively’ but </a:t>
            </a:r>
            <a:r>
              <a:rPr lang="en-GB" sz="3200" dirty="0">
                <a:solidFill>
                  <a:schemeClr val="tx2"/>
                </a:solidFill>
                <a:latin typeface="Barlow" pitchFamily="2" charset="77"/>
                <a:ea typeface="Calibri" panose="020F0502020204030204" pitchFamily="34" charset="0"/>
                <a:cs typeface="Arial" panose="020B0604020202020204" pitchFamily="34" charset="0"/>
              </a:rPr>
              <a:t>not </a:t>
            </a:r>
            <a:r>
              <a:rPr lang="en-GB" sz="3200" b="0" dirty="0">
                <a:solidFill>
                  <a:schemeClr val="tx2"/>
                </a:solidFill>
                <a:latin typeface="Barlow" pitchFamily="2" charset="77"/>
                <a:ea typeface="Calibri" panose="020F0502020204030204" pitchFamily="34" charset="0"/>
                <a:cs typeface="Arial" panose="020B0604020202020204" pitchFamily="34" charset="0"/>
              </a:rPr>
              <a:t>comparatively.</a:t>
            </a:r>
          </a:p>
        </p:txBody>
      </p:sp>
    </p:spTree>
    <p:extLst>
      <p:ext uri="{BB962C8B-B14F-4D97-AF65-F5344CB8AC3E}">
        <p14:creationId xmlns:p14="http://schemas.microsoft.com/office/powerpoint/2010/main" val="2813913596"/>
      </p:ext>
    </p:extLst>
  </p:cSld>
  <p:clrMapOvr>
    <a:masterClrMapping/>
  </p:clrMapOvr>
  <p:transition spd="med" advTm="222639"/>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29620-2E3A-C92A-CC47-44AA7B674E0B}"/>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B4FE59D4-6BC2-676C-C487-381BFF3392AB}"/>
              </a:ext>
            </a:extLst>
          </p:cNvPr>
          <p:cNvSpPr txBox="1"/>
          <p:nvPr/>
        </p:nvSpPr>
        <p:spPr>
          <a:xfrm>
            <a:off x="1162334" y="759362"/>
            <a:ext cx="11862786"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Summative assessment: top tips</a:t>
            </a:r>
            <a:endParaRPr sz="5334" dirty="0"/>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404E2DDF-E54F-DF3A-CA7D-BF350FA394FE}"/>
              </a:ext>
            </a:extLst>
          </p:cNvPr>
          <p:cNvSpPr txBox="1"/>
          <p:nvPr/>
        </p:nvSpPr>
        <p:spPr>
          <a:xfrm>
            <a:off x="1162334" y="1805437"/>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2" name="Rectangle 1">
            <a:extLst>
              <a:ext uri="{FF2B5EF4-FFF2-40B4-BE49-F238E27FC236}">
                <a16:creationId xmlns:a16="http://schemas.microsoft.com/office/drawing/2014/main" id="{7DC29342-AF48-4B5E-3C52-2D37DE73AFC2}"/>
              </a:ext>
            </a:extLst>
          </p:cNvPr>
          <p:cNvSpPr/>
          <p:nvPr/>
        </p:nvSpPr>
        <p:spPr>
          <a:xfrm>
            <a:off x="1162334" y="1976285"/>
            <a:ext cx="15283344" cy="6617196"/>
          </a:xfrm>
          <a:prstGeom prst="rect">
            <a:avLst/>
          </a:prstGeom>
        </p:spPr>
        <p:txBody>
          <a:bodyPr wrap="square">
            <a:spAutoFit/>
          </a:bodyPr>
          <a:lstStyle/>
          <a:p>
            <a:pPr algn="just">
              <a:spcAft>
                <a:spcPts val="800"/>
              </a:spcAft>
            </a:pPr>
            <a:r>
              <a:rPr lang="en-GB" sz="3200" b="0" dirty="0">
                <a:solidFill>
                  <a:schemeClr val="tx2"/>
                </a:solidFill>
                <a:latin typeface="Barlow" pitchFamily="2" charset="77"/>
                <a:ea typeface="Calibri" panose="020F0502020204030204" pitchFamily="34" charset="0"/>
                <a:cs typeface="Arial" panose="020B0604020202020204" pitchFamily="34" charset="0"/>
              </a:rPr>
              <a:t>(2) Why do you think the way you do about the statement (agree/disagree)?</a:t>
            </a:r>
          </a:p>
          <a:p>
            <a:pPr algn="just">
              <a:spcAft>
                <a:spcPts val="800"/>
              </a:spcAft>
            </a:pPr>
            <a:endParaRPr lang="en-GB" sz="3200" b="0" dirty="0">
              <a:solidFill>
                <a:schemeClr val="tx2"/>
              </a:solidFill>
              <a:latin typeface="Barlow" pitchFamily="2" charset="77"/>
              <a:ea typeface="Calibri" panose="020F0502020204030204" pitchFamily="34" charset="0"/>
              <a:cs typeface="Arial" panose="020B0604020202020204" pitchFamily="34" charset="0"/>
            </a:endParaRPr>
          </a:p>
          <a:p>
            <a:pPr marL="457200" indent="-457200" algn="just">
              <a:spcAft>
                <a:spcPts val="800"/>
              </a:spcAft>
              <a:buFont typeface="Arial" panose="020B0604020202020204" pitchFamily="34" charset="0"/>
              <a:buChar char="•"/>
            </a:pPr>
            <a:r>
              <a:rPr lang="en-GB" sz="3200" b="0" dirty="0">
                <a:solidFill>
                  <a:schemeClr val="tx2"/>
                </a:solidFill>
                <a:latin typeface="Barlow" pitchFamily="2" charset="77"/>
                <a:ea typeface="Calibri" panose="020F0502020204030204" pitchFamily="34" charset="0"/>
                <a:cs typeface="Arial" panose="020B0604020202020204" pitchFamily="34" charset="0"/>
              </a:rPr>
              <a:t>This evidences </a:t>
            </a:r>
            <a:r>
              <a:rPr lang="en-GB" sz="3200" dirty="0">
                <a:solidFill>
                  <a:schemeClr val="tx2"/>
                </a:solidFill>
                <a:latin typeface="Barlow" pitchFamily="2" charset="77"/>
                <a:ea typeface="Calibri" panose="020F0502020204030204" pitchFamily="34" charset="0"/>
                <a:cs typeface="Arial" panose="020B0604020202020204" pitchFamily="34" charset="0"/>
              </a:rPr>
              <a:t>consideration and judgement </a:t>
            </a:r>
            <a:r>
              <a:rPr lang="en-GB" sz="3200" b="0" dirty="0">
                <a:solidFill>
                  <a:schemeClr val="tx2"/>
                </a:solidFill>
                <a:latin typeface="Barlow" pitchFamily="2" charset="77"/>
                <a:ea typeface="Calibri" panose="020F0502020204030204" pitchFamily="34" charset="0"/>
                <a:cs typeface="Arial" panose="020B0604020202020204" pitchFamily="34" charset="0"/>
              </a:rPr>
              <a:t>of critical and interpretative points</a:t>
            </a:r>
          </a:p>
          <a:p>
            <a:pPr marL="457200" indent="-457200" algn="just">
              <a:spcAft>
                <a:spcPts val="800"/>
              </a:spcAft>
              <a:buFont typeface="Arial" panose="020B0604020202020204" pitchFamily="34" charset="0"/>
              <a:buChar char="•"/>
            </a:pPr>
            <a:r>
              <a:rPr lang="en-GB" sz="3200" b="0" dirty="0">
                <a:solidFill>
                  <a:schemeClr val="tx2"/>
                </a:solidFill>
                <a:latin typeface="Barlow" pitchFamily="2" charset="77"/>
                <a:ea typeface="Calibri" panose="020F0502020204030204" pitchFamily="34" charset="0"/>
                <a:cs typeface="Arial" panose="020B0604020202020204" pitchFamily="34" charset="0"/>
              </a:rPr>
              <a:t>e.g., agree/disagree, or pros/cons approach, or take issue with the premise of the question</a:t>
            </a:r>
          </a:p>
          <a:p>
            <a:pPr marL="457200" indent="-457200" algn="just">
              <a:spcAft>
                <a:spcPts val="800"/>
              </a:spcAft>
              <a:buFont typeface="Arial" panose="020B0604020202020204" pitchFamily="34" charset="0"/>
              <a:buChar char="•"/>
            </a:pPr>
            <a:r>
              <a:rPr lang="en-GB" sz="3200" dirty="0">
                <a:solidFill>
                  <a:schemeClr val="tx2"/>
                </a:solidFill>
                <a:latin typeface="Barlow" pitchFamily="2" charset="77"/>
                <a:ea typeface="Calibri" panose="020F0502020204030204" pitchFamily="34" charset="0"/>
                <a:cs typeface="Arial" panose="020B0604020202020204" pitchFamily="34" charset="0"/>
              </a:rPr>
              <a:t>Strategy in using the word count </a:t>
            </a:r>
            <a:r>
              <a:rPr lang="en-GB" sz="3200" b="0" dirty="0">
                <a:solidFill>
                  <a:schemeClr val="tx2"/>
                </a:solidFill>
                <a:latin typeface="Barlow" pitchFamily="2" charset="77"/>
                <a:ea typeface="Calibri" panose="020F0502020204030204" pitchFamily="34" charset="0"/>
                <a:cs typeface="Arial" panose="020B0604020202020204" pitchFamily="34" charset="0"/>
              </a:rPr>
              <a:t>(the best essays’ ratio are usually more critical argument and less knowledge/understanding of basic law). You can achieve this by constructing/interpreting the problem narrowly:</a:t>
            </a:r>
          </a:p>
          <a:p>
            <a:pPr marL="457200" indent="-457200" algn="just">
              <a:spcAft>
                <a:spcPts val="800"/>
              </a:spcAft>
              <a:buFont typeface="Arial" panose="020B0604020202020204" pitchFamily="34" charset="0"/>
              <a:buChar char="•"/>
            </a:pPr>
            <a:r>
              <a:rPr lang="en-GB" sz="3200" dirty="0">
                <a:solidFill>
                  <a:schemeClr val="tx2"/>
                </a:solidFill>
                <a:latin typeface="Barlow" pitchFamily="2" charset="77"/>
                <a:ea typeface="Calibri" panose="020F0502020204030204" pitchFamily="34" charset="0"/>
                <a:cs typeface="Arial" panose="020B0604020202020204" pitchFamily="34" charset="0"/>
              </a:rPr>
              <a:t>Define the parameters </a:t>
            </a:r>
            <a:r>
              <a:rPr lang="en-GB" sz="3200" b="0" dirty="0">
                <a:solidFill>
                  <a:schemeClr val="tx2"/>
                </a:solidFill>
                <a:latin typeface="Barlow" pitchFamily="2" charset="77"/>
                <a:ea typeface="Calibri" panose="020F0502020204030204" pitchFamily="34" charset="0"/>
                <a:cs typeface="Arial" panose="020B0604020202020204" pitchFamily="34" charset="0"/>
              </a:rPr>
              <a:t>of how you engage with the question: e.g., case study approach, focus on one particular angle</a:t>
            </a:r>
          </a:p>
          <a:p>
            <a:pPr marL="457200" indent="-457200" algn="just">
              <a:spcAft>
                <a:spcPts val="800"/>
              </a:spcAft>
              <a:buFont typeface="Arial" panose="020B0604020202020204" pitchFamily="34" charset="0"/>
              <a:buChar char="•"/>
            </a:pPr>
            <a:r>
              <a:rPr lang="en-GB" sz="3200" b="0" dirty="0">
                <a:solidFill>
                  <a:schemeClr val="tx2"/>
                </a:solidFill>
                <a:latin typeface="Barlow" pitchFamily="2" charset="77"/>
                <a:ea typeface="Calibri" panose="020F0502020204030204" pitchFamily="34" charset="0"/>
                <a:cs typeface="Arial" panose="020B0604020202020204" pitchFamily="34" charset="0"/>
              </a:rPr>
              <a:t>Suggestions for improvement/sorting the law are not essential – </a:t>
            </a:r>
            <a:r>
              <a:rPr lang="en-GB" sz="3200" dirty="0">
                <a:solidFill>
                  <a:schemeClr val="tx2"/>
                </a:solidFill>
                <a:latin typeface="Barlow" pitchFamily="2" charset="77"/>
                <a:ea typeface="Calibri" panose="020F0502020204030204" pitchFamily="34" charset="0"/>
                <a:cs typeface="Arial" panose="020B0604020202020204" pitchFamily="34" charset="0"/>
              </a:rPr>
              <a:t>it’s enough to illustrate an interesting problem</a:t>
            </a:r>
            <a:r>
              <a:rPr lang="en-GB" sz="3200" b="0" dirty="0">
                <a:solidFill>
                  <a:schemeClr val="tx2"/>
                </a:solidFill>
                <a:latin typeface="Barlow" pitchFamily="2" charset="77"/>
                <a:ea typeface="Calibri" panose="020F0502020204030204" pitchFamily="34" charset="0"/>
                <a:cs typeface="Arial" panose="020B0604020202020204" pitchFamily="34" charset="0"/>
              </a:rPr>
              <a:t>!</a:t>
            </a:r>
          </a:p>
        </p:txBody>
      </p:sp>
    </p:spTree>
    <p:extLst>
      <p:ext uri="{BB962C8B-B14F-4D97-AF65-F5344CB8AC3E}">
        <p14:creationId xmlns:p14="http://schemas.microsoft.com/office/powerpoint/2010/main" val="3820517839"/>
      </p:ext>
    </p:extLst>
  </p:cSld>
  <p:clrMapOvr>
    <a:masterClrMapping/>
  </p:clrMapOvr>
  <p:transition spd="med" advTm="222639"/>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52DBD8-620C-30FF-A324-4C3121C20F2A}"/>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8340768A-D7A0-E16C-BF6C-6E5E1D488D0D}"/>
              </a:ext>
            </a:extLst>
          </p:cNvPr>
          <p:cNvSpPr txBox="1"/>
          <p:nvPr/>
        </p:nvSpPr>
        <p:spPr>
          <a:xfrm>
            <a:off x="1162334" y="759362"/>
            <a:ext cx="11862786" cy="82975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Summative assessment: top tips</a:t>
            </a:r>
            <a:endParaRPr sz="5334" dirty="0"/>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A4011246-80A7-915C-4E2D-C46BE33390A7}"/>
              </a:ext>
            </a:extLst>
          </p:cNvPr>
          <p:cNvSpPr txBox="1"/>
          <p:nvPr/>
        </p:nvSpPr>
        <p:spPr>
          <a:xfrm>
            <a:off x="1162334" y="1805437"/>
            <a:ext cx="15015594" cy="469577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2" name="Rectangle 1">
            <a:extLst>
              <a:ext uri="{FF2B5EF4-FFF2-40B4-BE49-F238E27FC236}">
                <a16:creationId xmlns:a16="http://schemas.microsoft.com/office/drawing/2014/main" id="{B034170C-6427-EC9F-5133-48CFF28AA081}"/>
              </a:ext>
            </a:extLst>
          </p:cNvPr>
          <p:cNvSpPr/>
          <p:nvPr/>
        </p:nvSpPr>
        <p:spPr>
          <a:xfrm>
            <a:off x="1162334" y="1976285"/>
            <a:ext cx="15283344" cy="6022161"/>
          </a:xfrm>
          <a:prstGeom prst="rect">
            <a:avLst/>
          </a:prstGeom>
        </p:spPr>
        <p:txBody>
          <a:bodyPr wrap="square">
            <a:spAutoFit/>
          </a:bodyPr>
          <a:lstStyle/>
          <a:p>
            <a:pPr algn="just">
              <a:spcAft>
                <a:spcPts val="800"/>
              </a:spcAft>
            </a:pPr>
            <a:r>
              <a:rPr lang="en-GB" sz="3200" b="0" dirty="0">
                <a:solidFill>
                  <a:schemeClr val="tx2"/>
                </a:solidFill>
                <a:latin typeface="Barlow" pitchFamily="2" charset="77"/>
                <a:ea typeface="Calibri" panose="020F0502020204030204" pitchFamily="34" charset="0"/>
                <a:cs typeface="Arial" panose="020B0604020202020204" pitchFamily="34" charset="0"/>
              </a:rPr>
              <a:t>(2) Why do you think the way you do about the statement (agree/disagree)?</a:t>
            </a:r>
          </a:p>
          <a:p>
            <a:pPr algn="just">
              <a:spcAft>
                <a:spcPts val="800"/>
              </a:spcAft>
            </a:pPr>
            <a:endParaRPr lang="en-GB" sz="3200" b="0" dirty="0">
              <a:solidFill>
                <a:schemeClr val="tx2"/>
              </a:solidFill>
              <a:latin typeface="Barlow" pitchFamily="2" charset="77"/>
              <a:ea typeface="Calibri" panose="020F0502020204030204" pitchFamily="34" charset="0"/>
              <a:cs typeface="Arial" panose="020B0604020202020204" pitchFamily="34" charset="0"/>
            </a:endParaRPr>
          </a:p>
          <a:p>
            <a:pPr marL="457200" indent="-457200" algn="just">
              <a:spcAft>
                <a:spcPts val="800"/>
              </a:spcAft>
              <a:buFont typeface="Arial" panose="020B0604020202020204" pitchFamily="34" charset="0"/>
              <a:buChar char="•"/>
            </a:pPr>
            <a:r>
              <a:rPr lang="en-GB" sz="3200" b="0" dirty="0">
                <a:solidFill>
                  <a:schemeClr val="tx2"/>
                </a:solidFill>
                <a:latin typeface="Barlow" pitchFamily="2" charset="77"/>
                <a:ea typeface="Calibri" panose="020F0502020204030204" pitchFamily="34" charset="0"/>
                <a:cs typeface="Arial" panose="020B0604020202020204" pitchFamily="34" charset="0"/>
              </a:rPr>
              <a:t>What is ‘</a:t>
            </a:r>
            <a:r>
              <a:rPr lang="en-GB" sz="3200" dirty="0">
                <a:solidFill>
                  <a:schemeClr val="tx2"/>
                </a:solidFill>
                <a:latin typeface="Barlow" pitchFamily="2" charset="77"/>
                <a:ea typeface="Calibri" panose="020F0502020204030204" pitchFamily="34" charset="0"/>
                <a:cs typeface="Arial" panose="020B0604020202020204" pitchFamily="34" charset="0"/>
              </a:rPr>
              <a:t>independence of thought</a:t>
            </a:r>
            <a:r>
              <a:rPr lang="en-GB" sz="3200" b="0" dirty="0">
                <a:solidFill>
                  <a:schemeClr val="tx2"/>
                </a:solidFill>
                <a:latin typeface="Barlow" pitchFamily="2" charset="77"/>
                <a:ea typeface="Calibri" panose="020F0502020204030204" pitchFamily="34" charset="0"/>
                <a:cs typeface="Arial" panose="020B0604020202020204" pitchFamily="34" charset="0"/>
              </a:rPr>
              <a:t>’?</a:t>
            </a:r>
          </a:p>
          <a:p>
            <a:pPr marL="457200" indent="-457200" algn="just">
              <a:spcAft>
                <a:spcPts val="800"/>
              </a:spcAft>
              <a:buFont typeface="Arial" panose="020B0604020202020204" pitchFamily="34" charset="0"/>
              <a:buChar char="•"/>
            </a:pPr>
            <a:r>
              <a:rPr lang="en-GB" sz="3200" b="0" dirty="0">
                <a:solidFill>
                  <a:schemeClr val="tx2"/>
                </a:solidFill>
                <a:latin typeface="Barlow" pitchFamily="2" charset="77"/>
                <a:ea typeface="Calibri" panose="020F0502020204030204" pitchFamily="34" charset="0"/>
                <a:cs typeface="Arial" panose="020B0604020202020204" pitchFamily="34" charset="0"/>
              </a:rPr>
              <a:t>… ‘This may mean that the student has produced new arguments of their own, but is more likely to be a matter of making arguments from the literature ”one’s own” by, for example, using </a:t>
            </a:r>
            <a:r>
              <a:rPr lang="en-GB" sz="3200" dirty="0">
                <a:solidFill>
                  <a:schemeClr val="tx2"/>
                </a:solidFill>
                <a:latin typeface="Barlow" pitchFamily="2" charset="77"/>
                <a:ea typeface="Calibri" panose="020F0502020204030204" pitchFamily="34" charset="0"/>
                <a:cs typeface="Arial" panose="020B0604020202020204" pitchFamily="34" charset="0"/>
              </a:rPr>
              <a:t>one’s own expression and organisation and one’s own examples</a:t>
            </a:r>
            <a:r>
              <a:rPr lang="en-GB" sz="3200" b="0" dirty="0">
                <a:solidFill>
                  <a:schemeClr val="tx2"/>
                </a:solidFill>
                <a:latin typeface="Barlow" pitchFamily="2" charset="77"/>
                <a:ea typeface="Calibri" panose="020F0502020204030204" pitchFamily="34" charset="0"/>
                <a:cs typeface="Arial" panose="020B0604020202020204" pitchFamily="34" charset="0"/>
              </a:rPr>
              <a:t>.’ (</a:t>
            </a:r>
            <a:r>
              <a:rPr lang="en-GB" sz="3200" b="0" dirty="0" err="1">
                <a:solidFill>
                  <a:schemeClr val="tx2"/>
                </a:solidFill>
                <a:latin typeface="Barlow" pitchFamily="2" charset="77"/>
                <a:ea typeface="Calibri" panose="020F0502020204030204" pitchFamily="34" charset="0"/>
                <a:cs typeface="Arial" panose="020B0604020202020204" pitchFamily="34" charset="0"/>
              </a:rPr>
              <a:t>SoL</a:t>
            </a:r>
            <a:r>
              <a:rPr lang="en-GB" sz="3200" b="0" dirty="0">
                <a:solidFill>
                  <a:schemeClr val="tx2"/>
                </a:solidFill>
                <a:latin typeface="Barlow" pitchFamily="2" charset="77"/>
                <a:ea typeface="Calibri" panose="020F0502020204030204" pitchFamily="34" charset="0"/>
                <a:cs typeface="Arial" panose="020B0604020202020204" pitchFamily="34" charset="0"/>
              </a:rPr>
              <a:t> marking criteria, A band)</a:t>
            </a:r>
          </a:p>
          <a:p>
            <a:pPr marL="457200" indent="-457200" algn="just">
              <a:spcAft>
                <a:spcPts val="800"/>
              </a:spcAft>
              <a:buFont typeface="Arial" panose="020B0604020202020204" pitchFamily="34" charset="0"/>
              <a:buChar char="•"/>
            </a:pPr>
            <a:r>
              <a:rPr lang="en-GB" sz="3200" b="0" dirty="0">
                <a:solidFill>
                  <a:schemeClr val="tx2"/>
                </a:solidFill>
                <a:latin typeface="Barlow" pitchFamily="2" charset="77"/>
                <a:ea typeface="Calibri" panose="020F0502020204030204" pitchFamily="34" charset="0"/>
                <a:cs typeface="Arial" panose="020B0604020202020204" pitchFamily="34" charset="0"/>
              </a:rPr>
              <a:t>Key points: opinions </a:t>
            </a:r>
            <a:r>
              <a:rPr lang="en-GB" sz="3200" dirty="0">
                <a:solidFill>
                  <a:schemeClr val="tx2"/>
                </a:solidFill>
                <a:latin typeface="Barlow" pitchFamily="2" charset="77"/>
                <a:ea typeface="Calibri" panose="020F0502020204030204" pitchFamily="34" charset="0"/>
                <a:cs typeface="Arial" panose="020B0604020202020204" pitchFamily="34" charset="0"/>
              </a:rPr>
              <a:t>still have to be grounded in law and literature.</a:t>
            </a:r>
          </a:p>
          <a:p>
            <a:pPr marL="457200" indent="-457200" algn="just">
              <a:spcAft>
                <a:spcPts val="800"/>
              </a:spcAft>
              <a:buFont typeface="Arial" panose="020B0604020202020204" pitchFamily="34" charset="0"/>
              <a:buChar char="•"/>
            </a:pPr>
            <a:r>
              <a:rPr lang="en-GB" sz="3200" b="0" dirty="0">
                <a:solidFill>
                  <a:schemeClr val="tx2"/>
                </a:solidFill>
                <a:latin typeface="Barlow" pitchFamily="2" charset="77"/>
                <a:ea typeface="Calibri" panose="020F0502020204030204" pitchFamily="34" charset="0"/>
                <a:cs typeface="Arial" panose="020B0604020202020204" pitchFamily="34" charset="0"/>
              </a:rPr>
              <a:t>Might be evidenced by the originality of your approach – e.g., let’s look at this particular example of a deepfake that could meet the threshold for performers’ rights, and apply the logic of that to this situation…</a:t>
            </a:r>
          </a:p>
        </p:txBody>
      </p:sp>
    </p:spTree>
    <p:extLst>
      <p:ext uri="{BB962C8B-B14F-4D97-AF65-F5344CB8AC3E}">
        <p14:creationId xmlns:p14="http://schemas.microsoft.com/office/powerpoint/2010/main" val="3174115667"/>
      </p:ext>
    </p:extLst>
  </p:cSld>
  <p:clrMapOvr>
    <a:masterClrMapping/>
  </p:clrMapOvr>
  <p:transition spd="med" advTm="222639"/>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3211B-0A5B-381F-9821-0E25D4893422}"/>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838646AC-77C9-724F-411B-B3ED3F0DFC8D}"/>
              </a:ext>
            </a:extLst>
          </p:cNvPr>
          <p:cNvSpPr txBox="1"/>
          <p:nvPr/>
        </p:nvSpPr>
        <p:spPr>
          <a:xfrm>
            <a:off x="1162334" y="759362"/>
            <a:ext cx="11862786"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Summative assessment: top tips</a:t>
            </a:r>
            <a:endParaRPr sz="5334" dirty="0"/>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92EF1EDC-C501-6894-7015-348DF800C59D}"/>
              </a:ext>
            </a:extLst>
          </p:cNvPr>
          <p:cNvSpPr txBox="1"/>
          <p:nvPr/>
        </p:nvSpPr>
        <p:spPr>
          <a:xfrm>
            <a:off x="1162334" y="1805437"/>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2" name="Rectangle 1">
            <a:extLst>
              <a:ext uri="{FF2B5EF4-FFF2-40B4-BE49-F238E27FC236}">
                <a16:creationId xmlns:a16="http://schemas.microsoft.com/office/drawing/2014/main" id="{3D7E6641-E5AD-B6EC-2F7C-BBC099F94352}"/>
              </a:ext>
            </a:extLst>
          </p:cNvPr>
          <p:cNvSpPr/>
          <p:nvPr/>
        </p:nvSpPr>
        <p:spPr>
          <a:xfrm>
            <a:off x="1162334" y="1976285"/>
            <a:ext cx="15283344" cy="6617196"/>
          </a:xfrm>
          <a:prstGeom prst="rect">
            <a:avLst/>
          </a:prstGeom>
        </p:spPr>
        <p:txBody>
          <a:bodyPr wrap="square">
            <a:spAutoFit/>
          </a:bodyPr>
          <a:lstStyle/>
          <a:p>
            <a:pPr algn="just">
              <a:spcAft>
                <a:spcPts val="800"/>
              </a:spcAft>
            </a:pPr>
            <a:r>
              <a:rPr lang="en-GB" sz="3200" b="0" dirty="0">
                <a:solidFill>
                  <a:schemeClr val="tx2"/>
                </a:solidFill>
                <a:latin typeface="Barlow" pitchFamily="2" charset="77"/>
                <a:ea typeface="Calibri" panose="020F0502020204030204" pitchFamily="34" charset="0"/>
                <a:cs typeface="Arial" panose="020B0604020202020204" pitchFamily="34" charset="0"/>
              </a:rPr>
              <a:t>(3) Says who? (relevant literature and legal authority)</a:t>
            </a:r>
          </a:p>
          <a:p>
            <a:pPr marL="457200" indent="-457200" algn="just">
              <a:spcAft>
                <a:spcPts val="800"/>
              </a:spcAft>
              <a:buFont typeface="Arial" panose="020B0604020202020204" pitchFamily="34" charset="0"/>
              <a:buChar char="•"/>
            </a:pPr>
            <a:endParaRPr lang="en-GB" sz="3200" b="0" dirty="0">
              <a:solidFill>
                <a:schemeClr val="tx2"/>
              </a:solidFill>
              <a:latin typeface="Barlow" pitchFamily="2" charset="77"/>
              <a:ea typeface="Calibri" panose="020F0502020204030204" pitchFamily="34" charset="0"/>
              <a:cs typeface="Arial" panose="020B0604020202020204" pitchFamily="34" charset="0"/>
            </a:endParaRPr>
          </a:p>
          <a:p>
            <a:pPr marL="457200" indent="-457200" algn="just">
              <a:spcAft>
                <a:spcPts val="800"/>
              </a:spcAft>
              <a:buFont typeface="Arial" panose="020B0604020202020204" pitchFamily="34" charset="0"/>
              <a:buChar char="•"/>
            </a:pPr>
            <a:r>
              <a:rPr lang="en-GB" sz="3200" b="0" dirty="0">
                <a:solidFill>
                  <a:schemeClr val="tx2"/>
                </a:solidFill>
                <a:latin typeface="Barlow" pitchFamily="2" charset="77"/>
                <a:ea typeface="Calibri" panose="020F0502020204030204" pitchFamily="34" charset="0"/>
                <a:cs typeface="Arial" panose="020B0604020202020204" pitchFamily="34" charset="0"/>
              </a:rPr>
              <a:t>This evidences the use of </a:t>
            </a:r>
            <a:r>
              <a:rPr lang="en-GB" sz="3200" dirty="0">
                <a:solidFill>
                  <a:schemeClr val="tx2"/>
                </a:solidFill>
                <a:latin typeface="Barlow" pitchFamily="2" charset="77"/>
                <a:ea typeface="Calibri" panose="020F0502020204030204" pitchFamily="34" charset="0"/>
                <a:cs typeface="Arial" panose="020B0604020202020204" pitchFamily="34" charset="0"/>
              </a:rPr>
              <a:t>primary and secondary sources</a:t>
            </a:r>
            <a:r>
              <a:rPr lang="en-GB" sz="3200" b="0" dirty="0">
                <a:solidFill>
                  <a:schemeClr val="tx2"/>
                </a:solidFill>
                <a:latin typeface="Barlow" pitchFamily="2" charset="77"/>
                <a:ea typeface="Calibri" panose="020F0502020204030204" pitchFamily="34" charset="0"/>
                <a:cs typeface="Arial" panose="020B0604020202020204" pitchFamily="34" charset="0"/>
              </a:rPr>
              <a:t> and proper reference to authorities in the marking criteria</a:t>
            </a:r>
          </a:p>
          <a:p>
            <a:pPr marL="457200" indent="-457200" algn="just">
              <a:spcAft>
                <a:spcPts val="800"/>
              </a:spcAft>
              <a:buFont typeface="Arial" panose="020B0604020202020204" pitchFamily="34" charset="0"/>
              <a:buChar char="•"/>
            </a:pPr>
            <a:r>
              <a:rPr lang="en-GB" sz="3200" dirty="0">
                <a:solidFill>
                  <a:schemeClr val="tx2"/>
                </a:solidFill>
                <a:latin typeface="Barlow" pitchFamily="2" charset="77"/>
                <a:ea typeface="Calibri" panose="020F0502020204030204" pitchFamily="34" charset="0"/>
                <a:cs typeface="Arial" panose="020B0604020202020204" pitchFamily="34" charset="0"/>
              </a:rPr>
              <a:t>Quality </a:t>
            </a:r>
            <a:r>
              <a:rPr lang="en-GB" sz="3200" b="0" dirty="0">
                <a:solidFill>
                  <a:schemeClr val="tx2"/>
                </a:solidFill>
                <a:latin typeface="Barlow" pitchFamily="2" charset="77"/>
                <a:ea typeface="Calibri" panose="020F0502020204030204" pitchFamily="34" charset="0"/>
                <a:cs typeface="Arial" panose="020B0604020202020204" pitchFamily="34" charset="0"/>
              </a:rPr>
              <a:t>over quantity – some topics will have lots of literature, law and cases, others not so much. </a:t>
            </a:r>
          </a:p>
          <a:p>
            <a:pPr marL="457200" indent="-457200" algn="just">
              <a:spcAft>
                <a:spcPts val="800"/>
              </a:spcAft>
              <a:buFont typeface="Arial" panose="020B0604020202020204" pitchFamily="34" charset="0"/>
              <a:buChar char="•"/>
            </a:pPr>
            <a:r>
              <a:rPr lang="en-GB" sz="3200" b="0" dirty="0">
                <a:solidFill>
                  <a:schemeClr val="tx2"/>
                </a:solidFill>
                <a:latin typeface="Barlow" pitchFamily="2" charset="77"/>
                <a:ea typeface="Calibri" panose="020F0502020204030204" pitchFamily="34" charset="0"/>
                <a:cs typeface="Arial" panose="020B0604020202020204" pitchFamily="34" charset="0"/>
              </a:rPr>
              <a:t>Remember: you can be penalised for under-referencing, but not over-referencing. Anticipate when the reader will look for more information.</a:t>
            </a:r>
            <a:endParaRPr lang="en-GB" sz="3200" dirty="0">
              <a:solidFill>
                <a:schemeClr val="tx2"/>
              </a:solidFill>
              <a:latin typeface="Barlow" pitchFamily="2" charset="77"/>
              <a:ea typeface="Calibri" panose="020F0502020204030204" pitchFamily="34" charset="0"/>
              <a:cs typeface="Arial" panose="020B0604020202020204" pitchFamily="34" charset="0"/>
            </a:endParaRPr>
          </a:p>
          <a:p>
            <a:pPr marL="457200" indent="-457200" algn="just">
              <a:spcAft>
                <a:spcPts val="800"/>
              </a:spcAft>
              <a:buFont typeface="Arial" panose="020B0604020202020204" pitchFamily="34" charset="0"/>
              <a:buChar char="•"/>
            </a:pPr>
            <a:r>
              <a:rPr lang="en-GB" sz="3200" b="0" dirty="0">
                <a:solidFill>
                  <a:schemeClr val="tx2"/>
                </a:solidFill>
                <a:latin typeface="Barlow" pitchFamily="2" charset="77"/>
                <a:ea typeface="Calibri" panose="020F0502020204030204" pitchFamily="34" charset="0"/>
                <a:cs typeface="Arial" panose="020B0604020202020204" pitchFamily="34" charset="0"/>
              </a:rPr>
              <a:t>‘</a:t>
            </a:r>
            <a:r>
              <a:rPr lang="en-GB" sz="3200" dirty="0">
                <a:solidFill>
                  <a:schemeClr val="tx2"/>
                </a:solidFill>
                <a:latin typeface="Barlow" pitchFamily="2" charset="77"/>
                <a:ea typeface="Calibri" panose="020F0502020204030204" pitchFamily="34" charset="0"/>
                <a:cs typeface="Arial" panose="020B0604020202020204" pitchFamily="34" charset="0"/>
              </a:rPr>
              <a:t>Snowball</a:t>
            </a:r>
            <a:r>
              <a:rPr lang="en-GB" sz="3200" b="0" dirty="0">
                <a:solidFill>
                  <a:schemeClr val="tx2"/>
                </a:solidFill>
                <a:latin typeface="Barlow" pitchFamily="2" charset="77"/>
                <a:ea typeface="Calibri" panose="020F0502020204030204" pitchFamily="34" charset="0"/>
                <a:cs typeface="Arial" panose="020B0604020202020204" pitchFamily="34" charset="0"/>
              </a:rPr>
              <a:t>’ method – check what is in the reading list, then check the sources that that reading cites. Check the names of the journals that are referenced in the reading list as an indication of quality.</a:t>
            </a:r>
          </a:p>
          <a:p>
            <a:pPr marL="457200" indent="-457200" algn="just">
              <a:spcAft>
                <a:spcPts val="800"/>
              </a:spcAft>
              <a:buFont typeface="Arial" panose="020B0604020202020204" pitchFamily="34" charset="0"/>
              <a:buChar char="•"/>
            </a:pPr>
            <a:r>
              <a:rPr lang="en-GB" sz="3200" dirty="0">
                <a:solidFill>
                  <a:schemeClr val="tx2"/>
                </a:solidFill>
                <a:latin typeface="Barlow" pitchFamily="2" charset="77"/>
                <a:ea typeface="Calibri" panose="020F0502020204030204" pitchFamily="34" charset="0"/>
                <a:cs typeface="Arial" panose="020B0604020202020204" pitchFamily="34" charset="0"/>
              </a:rPr>
              <a:t>Boolean keyword searching</a:t>
            </a:r>
            <a:r>
              <a:rPr lang="en-GB" sz="3200" b="0" dirty="0">
                <a:solidFill>
                  <a:schemeClr val="tx2"/>
                </a:solidFill>
                <a:latin typeface="Barlow" pitchFamily="2" charset="77"/>
                <a:ea typeface="Calibri" panose="020F0502020204030204" pitchFamily="34" charset="0"/>
                <a:cs typeface="Arial" panose="020B0604020202020204" pitchFamily="34" charset="0"/>
              </a:rPr>
              <a:t> is your friend.</a:t>
            </a:r>
          </a:p>
        </p:txBody>
      </p:sp>
    </p:spTree>
    <p:extLst>
      <p:ext uri="{BB962C8B-B14F-4D97-AF65-F5344CB8AC3E}">
        <p14:creationId xmlns:p14="http://schemas.microsoft.com/office/powerpoint/2010/main" val="1264891318"/>
      </p:ext>
    </p:extLst>
  </p:cSld>
  <p:clrMapOvr>
    <a:masterClrMapping/>
  </p:clrMapOvr>
  <p:transition spd="med" advTm="222639"/>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97EC2-8A31-A47C-8D5B-F81499F5369C}"/>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6A73FC14-0D4E-B152-2763-63DE535156FA}"/>
              </a:ext>
            </a:extLst>
          </p:cNvPr>
          <p:cNvSpPr txBox="1"/>
          <p:nvPr/>
        </p:nvSpPr>
        <p:spPr>
          <a:xfrm>
            <a:off x="1162334" y="759362"/>
            <a:ext cx="11862786" cy="82975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Summative assessment: top tips</a:t>
            </a:r>
            <a:endParaRPr sz="5334" dirty="0"/>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AD058725-5A80-06DD-4FA2-724B785766A6}"/>
              </a:ext>
            </a:extLst>
          </p:cNvPr>
          <p:cNvSpPr txBox="1"/>
          <p:nvPr/>
        </p:nvSpPr>
        <p:spPr>
          <a:xfrm>
            <a:off x="1162334" y="1805437"/>
            <a:ext cx="15015594" cy="469577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2" name="Rectangle 1">
            <a:extLst>
              <a:ext uri="{FF2B5EF4-FFF2-40B4-BE49-F238E27FC236}">
                <a16:creationId xmlns:a16="http://schemas.microsoft.com/office/drawing/2014/main" id="{AB9665DD-D665-3104-631A-F0E492C47AC4}"/>
              </a:ext>
            </a:extLst>
          </p:cNvPr>
          <p:cNvSpPr/>
          <p:nvPr/>
        </p:nvSpPr>
        <p:spPr>
          <a:xfrm>
            <a:off x="1162334" y="1976285"/>
            <a:ext cx="15283344" cy="6022161"/>
          </a:xfrm>
          <a:prstGeom prst="rect">
            <a:avLst/>
          </a:prstGeom>
        </p:spPr>
        <p:txBody>
          <a:bodyPr wrap="square">
            <a:spAutoFit/>
          </a:bodyPr>
          <a:lstStyle/>
          <a:p>
            <a:pPr algn="just">
              <a:spcAft>
                <a:spcPts val="800"/>
              </a:spcAft>
            </a:pPr>
            <a:r>
              <a:rPr lang="en-GB" sz="3200" b="0" dirty="0">
                <a:solidFill>
                  <a:schemeClr val="tx2"/>
                </a:solidFill>
                <a:latin typeface="Barlow" pitchFamily="2" charset="77"/>
                <a:ea typeface="Calibri" panose="020F0502020204030204" pitchFamily="34" charset="0"/>
                <a:cs typeface="Arial" panose="020B0604020202020204" pitchFamily="34" charset="0"/>
              </a:rPr>
              <a:t>(3) Says who? (relevant literature and legal authority)</a:t>
            </a:r>
          </a:p>
          <a:p>
            <a:pPr algn="just">
              <a:spcAft>
                <a:spcPts val="800"/>
              </a:spcAft>
            </a:pPr>
            <a:endParaRPr lang="en-GB" sz="3200" b="0" dirty="0">
              <a:solidFill>
                <a:schemeClr val="tx2"/>
              </a:solidFill>
              <a:latin typeface="Barlow" pitchFamily="2" charset="77"/>
              <a:ea typeface="Calibri" panose="020F0502020204030204" pitchFamily="34" charset="0"/>
              <a:cs typeface="Arial" panose="020B0604020202020204" pitchFamily="34" charset="0"/>
            </a:endParaRPr>
          </a:p>
          <a:p>
            <a:pPr marL="457200" indent="-457200" algn="just">
              <a:spcAft>
                <a:spcPts val="800"/>
              </a:spcAft>
              <a:buFont typeface="Arial" panose="020B0604020202020204" pitchFamily="34" charset="0"/>
              <a:buChar char="•"/>
            </a:pPr>
            <a:r>
              <a:rPr lang="en-GB" sz="3200" b="0" dirty="0">
                <a:solidFill>
                  <a:schemeClr val="tx2"/>
                </a:solidFill>
                <a:latin typeface="Barlow" pitchFamily="2" charset="77"/>
                <a:ea typeface="Calibri" panose="020F0502020204030204" pitchFamily="34" charset="0"/>
                <a:cs typeface="Arial" panose="020B0604020202020204" pitchFamily="34" charset="0"/>
              </a:rPr>
              <a:t>Both </a:t>
            </a:r>
            <a:r>
              <a:rPr lang="en-GB" sz="3200" dirty="0">
                <a:solidFill>
                  <a:schemeClr val="tx2"/>
                </a:solidFill>
                <a:latin typeface="Barlow" pitchFamily="2" charset="77"/>
                <a:ea typeface="Calibri" panose="020F0502020204030204" pitchFamily="34" charset="0"/>
                <a:cs typeface="Arial" panose="020B0604020202020204" pitchFamily="34" charset="0"/>
              </a:rPr>
              <a:t>primary</a:t>
            </a:r>
            <a:r>
              <a:rPr lang="en-GB" sz="3200" b="0" dirty="0">
                <a:solidFill>
                  <a:schemeClr val="tx2"/>
                </a:solidFill>
                <a:latin typeface="Barlow" pitchFamily="2" charset="77"/>
                <a:ea typeface="Calibri" panose="020F0502020204030204" pitchFamily="34" charset="0"/>
                <a:cs typeface="Arial" panose="020B0604020202020204" pitchFamily="34" charset="0"/>
              </a:rPr>
              <a:t> (legislation, cases) and </a:t>
            </a:r>
            <a:r>
              <a:rPr lang="en-GB" sz="3200" dirty="0">
                <a:solidFill>
                  <a:schemeClr val="tx2"/>
                </a:solidFill>
                <a:latin typeface="Barlow" pitchFamily="2" charset="77"/>
                <a:ea typeface="Calibri" panose="020F0502020204030204" pitchFamily="34" charset="0"/>
                <a:cs typeface="Arial" panose="020B0604020202020204" pitchFamily="34" charset="0"/>
              </a:rPr>
              <a:t>secondary</a:t>
            </a:r>
            <a:r>
              <a:rPr lang="en-GB" sz="3200" b="0" dirty="0">
                <a:solidFill>
                  <a:schemeClr val="tx2"/>
                </a:solidFill>
                <a:latin typeface="Barlow" pitchFamily="2" charset="77"/>
                <a:ea typeface="Calibri" panose="020F0502020204030204" pitchFamily="34" charset="0"/>
                <a:cs typeface="Arial" panose="020B0604020202020204" pitchFamily="34" charset="0"/>
              </a:rPr>
              <a:t> (articles, websites, books) sources</a:t>
            </a:r>
          </a:p>
          <a:p>
            <a:pPr marL="457200" indent="-457200" algn="just">
              <a:spcAft>
                <a:spcPts val="800"/>
              </a:spcAft>
              <a:buFont typeface="Arial" panose="020B0604020202020204" pitchFamily="34" charset="0"/>
              <a:buChar char="•"/>
            </a:pPr>
            <a:r>
              <a:rPr lang="en-GB" sz="3200" b="0" dirty="0">
                <a:solidFill>
                  <a:schemeClr val="tx2"/>
                </a:solidFill>
                <a:latin typeface="Barlow" pitchFamily="2" charset="77"/>
                <a:ea typeface="Calibri" panose="020F0502020204030204" pitchFamily="34" charset="0"/>
                <a:cs typeface="Arial" panose="020B0604020202020204" pitchFamily="34" charset="0"/>
              </a:rPr>
              <a:t>Secondary sources articulate an </a:t>
            </a:r>
            <a:r>
              <a:rPr lang="en-GB" sz="3200" dirty="0">
                <a:solidFill>
                  <a:schemeClr val="tx2"/>
                </a:solidFill>
                <a:latin typeface="Barlow" pitchFamily="2" charset="77"/>
                <a:ea typeface="Calibri" panose="020F0502020204030204" pitchFamily="34" charset="0"/>
                <a:cs typeface="Arial" panose="020B0604020202020204" pitchFamily="34" charset="0"/>
              </a:rPr>
              <a:t>opinion, interpretation, theory </a:t>
            </a:r>
            <a:r>
              <a:rPr lang="en-GB" sz="3200" b="0" dirty="0">
                <a:solidFill>
                  <a:schemeClr val="tx2"/>
                </a:solidFill>
                <a:latin typeface="Barlow" pitchFamily="2" charset="77"/>
                <a:ea typeface="Calibri" panose="020F0502020204030204" pitchFamily="34" charset="0"/>
                <a:cs typeface="Arial" panose="020B0604020202020204" pitchFamily="34" charset="0"/>
              </a:rPr>
              <a:t>etc. They are not a substitute for the primary source. E.g., if you are talking about a provision of CDPA, cite CDPA – if you are talking about why a provision of CDPA is flawed, cite a secondary source that substantiates that.</a:t>
            </a:r>
          </a:p>
          <a:p>
            <a:pPr marL="457200" indent="-457200" algn="just">
              <a:spcAft>
                <a:spcPts val="800"/>
              </a:spcAft>
              <a:buFont typeface="Arial" panose="020B0604020202020204" pitchFamily="34" charset="0"/>
              <a:buChar char="•"/>
            </a:pPr>
            <a:r>
              <a:rPr lang="en-GB" sz="3200" b="0" dirty="0">
                <a:solidFill>
                  <a:schemeClr val="tx2"/>
                </a:solidFill>
                <a:latin typeface="Barlow" pitchFamily="2" charset="77"/>
                <a:ea typeface="Calibri" panose="020F0502020204030204" pitchFamily="34" charset="0"/>
                <a:cs typeface="Arial" panose="020B0604020202020204" pitchFamily="34" charset="0"/>
              </a:rPr>
              <a:t>‘Some scholars say…’ &lt;- who? This needs a footnote/reference.</a:t>
            </a:r>
          </a:p>
          <a:p>
            <a:pPr marL="457200" indent="-457200" algn="just">
              <a:spcAft>
                <a:spcPts val="800"/>
              </a:spcAft>
              <a:buFont typeface="Arial" panose="020B0604020202020204" pitchFamily="34" charset="0"/>
              <a:buChar char="•"/>
            </a:pPr>
            <a:r>
              <a:rPr lang="en-GB" sz="3200" b="0" dirty="0">
                <a:solidFill>
                  <a:schemeClr val="tx2"/>
                </a:solidFill>
                <a:latin typeface="Barlow" pitchFamily="2" charset="77"/>
                <a:ea typeface="Calibri" panose="020F0502020204030204" pitchFamily="34" charset="0"/>
                <a:cs typeface="Arial" panose="020B0604020202020204" pitchFamily="34" charset="0"/>
              </a:rPr>
              <a:t>Really good essays will pay attention to the </a:t>
            </a:r>
            <a:r>
              <a:rPr lang="en-GB" sz="3200" dirty="0">
                <a:solidFill>
                  <a:schemeClr val="tx2"/>
                </a:solidFill>
                <a:latin typeface="Barlow" pitchFamily="2" charset="77"/>
                <a:ea typeface="Calibri" panose="020F0502020204030204" pitchFamily="34" charset="0"/>
                <a:cs typeface="Arial" panose="020B0604020202020204" pitchFamily="34" charset="0"/>
              </a:rPr>
              <a:t>quality of the source</a:t>
            </a:r>
            <a:r>
              <a:rPr lang="en-GB" sz="3200" b="0" dirty="0">
                <a:solidFill>
                  <a:schemeClr val="tx2"/>
                </a:solidFill>
                <a:latin typeface="Barlow" pitchFamily="2" charset="77"/>
                <a:ea typeface="Calibri" panose="020F0502020204030204" pitchFamily="34" charset="0"/>
                <a:cs typeface="Arial" panose="020B0604020202020204" pitchFamily="34" charset="0"/>
              </a:rPr>
              <a:t>: what are the problems with citing Wikipedia? A textbook? A law firm’s blog? A paper paid for by Google? &lt;- can also develop critical argument – who is saying the ‘value gap’ exists?</a:t>
            </a:r>
          </a:p>
        </p:txBody>
      </p:sp>
    </p:spTree>
    <p:extLst>
      <p:ext uri="{BB962C8B-B14F-4D97-AF65-F5344CB8AC3E}">
        <p14:creationId xmlns:p14="http://schemas.microsoft.com/office/powerpoint/2010/main" val="595697929"/>
      </p:ext>
    </p:extLst>
  </p:cSld>
  <p:clrMapOvr>
    <a:masterClrMapping/>
  </p:clrMapOvr>
  <p:transition spd="med" advTm="222639"/>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62E85-47AD-B9B3-FCCC-448871EB3148}"/>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7600EB0F-B579-0732-932D-FEE19504FE00}"/>
              </a:ext>
            </a:extLst>
          </p:cNvPr>
          <p:cNvSpPr txBox="1"/>
          <p:nvPr/>
        </p:nvSpPr>
        <p:spPr>
          <a:xfrm>
            <a:off x="1162334" y="759362"/>
            <a:ext cx="11862786" cy="82975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Summative assessment: top tips</a:t>
            </a:r>
            <a:endParaRPr sz="5334" dirty="0"/>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E6064796-D141-01FE-A363-58C3D01FBCB2}"/>
              </a:ext>
            </a:extLst>
          </p:cNvPr>
          <p:cNvSpPr txBox="1"/>
          <p:nvPr/>
        </p:nvSpPr>
        <p:spPr>
          <a:xfrm>
            <a:off x="1162334" y="1805437"/>
            <a:ext cx="15015594" cy="469577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2" name="Rectangle 1">
            <a:extLst>
              <a:ext uri="{FF2B5EF4-FFF2-40B4-BE49-F238E27FC236}">
                <a16:creationId xmlns:a16="http://schemas.microsoft.com/office/drawing/2014/main" id="{2AFA174A-5F43-DB5F-18F4-A7DF88491B75}"/>
              </a:ext>
            </a:extLst>
          </p:cNvPr>
          <p:cNvSpPr/>
          <p:nvPr/>
        </p:nvSpPr>
        <p:spPr>
          <a:xfrm>
            <a:off x="1162334" y="1976285"/>
            <a:ext cx="15283344" cy="7007046"/>
          </a:xfrm>
          <a:prstGeom prst="rect">
            <a:avLst/>
          </a:prstGeom>
        </p:spPr>
        <p:txBody>
          <a:bodyPr wrap="square">
            <a:spAutoFit/>
          </a:bodyPr>
          <a:lstStyle/>
          <a:p>
            <a:pPr marL="457200" indent="-457200" algn="just">
              <a:spcAft>
                <a:spcPts val="800"/>
              </a:spcAft>
              <a:buFont typeface="Arial" panose="020B0604020202020204" pitchFamily="34" charset="0"/>
              <a:buChar char="•"/>
            </a:pPr>
            <a:r>
              <a:rPr lang="en-GB" sz="3200" b="0" dirty="0">
                <a:solidFill>
                  <a:schemeClr val="tx2"/>
                </a:solidFill>
                <a:latin typeface="Barlow" pitchFamily="2" charset="77"/>
                <a:ea typeface="Calibri" panose="020F0502020204030204" pitchFamily="34" charset="0"/>
                <a:cs typeface="Arial" panose="020B0604020202020204" pitchFamily="34" charset="0"/>
              </a:rPr>
              <a:t>Common problems:</a:t>
            </a:r>
          </a:p>
          <a:p>
            <a:pPr marL="457200" indent="-457200" algn="just">
              <a:spcAft>
                <a:spcPts val="800"/>
              </a:spcAft>
              <a:buFont typeface="Arial" panose="020B0604020202020204" pitchFamily="34" charset="0"/>
              <a:buChar char="•"/>
            </a:pPr>
            <a:endParaRPr lang="en-GB" sz="3200" b="0" dirty="0">
              <a:solidFill>
                <a:schemeClr val="tx2"/>
              </a:solidFill>
              <a:latin typeface="Barlow" pitchFamily="2" charset="77"/>
              <a:ea typeface="Calibri" panose="020F0502020204030204" pitchFamily="34" charset="0"/>
              <a:cs typeface="Arial" panose="020B0604020202020204" pitchFamily="34" charset="0"/>
            </a:endParaRPr>
          </a:p>
          <a:p>
            <a:pPr marL="457200" indent="-457200" algn="just">
              <a:spcAft>
                <a:spcPts val="800"/>
              </a:spcAft>
              <a:buFont typeface="Arial" panose="020B0604020202020204" pitchFamily="34" charset="0"/>
              <a:buChar char="•"/>
            </a:pPr>
            <a:r>
              <a:rPr lang="en-GB" sz="3200" dirty="0">
                <a:solidFill>
                  <a:schemeClr val="tx2"/>
                </a:solidFill>
                <a:latin typeface="Barlow" pitchFamily="2" charset="77"/>
                <a:ea typeface="Calibri" panose="020F0502020204030204" pitchFamily="34" charset="0"/>
                <a:cs typeface="Arial" panose="020B0604020202020204" pitchFamily="34" charset="0"/>
              </a:rPr>
              <a:t>Overambitious</a:t>
            </a:r>
            <a:r>
              <a:rPr lang="en-GB" sz="3200" b="0" dirty="0">
                <a:solidFill>
                  <a:schemeClr val="tx2"/>
                </a:solidFill>
                <a:latin typeface="Barlow" pitchFamily="2" charset="77"/>
                <a:ea typeface="Calibri" panose="020F0502020204030204" pitchFamily="34" charset="0"/>
                <a:cs typeface="Arial" panose="020B0604020202020204" pitchFamily="34" charset="0"/>
              </a:rPr>
              <a:t>: narrower, specific essays are usually better. Sometimes removing policy recommendations and multiple-jurisdiction approaches can help with this.</a:t>
            </a:r>
          </a:p>
          <a:p>
            <a:pPr marL="457200" indent="-457200" algn="just">
              <a:spcAft>
                <a:spcPts val="800"/>
              </a:spcAft>
              <a:buFont typeface="Arial" panose="020B0604020202020204" pitchFamily="34" charset="0"/>
              <a:buChar char="•"/>
            </a:pPr>
            <a:r>
              <a:rPr lang="en-GB" sz="3200" b="0" dirty="0">
                <a:solidFill>
                  <a:schemeClr val="tx2"/>
                </a:solidFill>
                <a:latin typeface="Barlow" pitchFamily="2" charset="77"/>
                <a:ea typeface="Calibri" panose="020F0502020204030204" pitchFamily="34" charset="0"/>
                <a:cs typeface="Arial" panose="020B0604020202020204" pitchFamily="34" charset="0"/>
              </a:rPr>
              <a:t>More </a:t>
            </a:r>
            <a:r>
              <a:rPr lang="en-GB" sz="3200" dirty="0">
                <a:solidFill>
                  <a:schemeClr val="tx2"/>
                </a:solidFill>
                <a:latin typeface="Barlow" pitchFamily="2" charset="77"/>
                <a:ea typeface="Calibri" panose="020F0502020204030204" pitchFamily="34" charset="0"/>
                <a:cs typeface="Arial" panose="020B0604020202020204" pitchFamily="34" charset="0"/>
              </a:rPr>
              <a:t>signposting</a:t>
            </a:r>
            <a:r>
              <a:rPr lang="en-GB" sz="3200" b="0" dirty="0">
                <a:solidFill>
                  <a:schemeClr val="tx2"/>
                </a:solidFill>
                <a:latin typeface="Barlow" pitchFamily="2" charset="77"/>
                <a:ea typeface="Calibri" panose="020F0502020204030204" pitchFamily="34" charset="0"/>
                <a:cs typeface="Arial" panose="020B0604020202020204" pitchFamily="34" charset="0"/>
              </a:rPr>
              <a:t>: outlining key points and conclusions in the introduction, explaining the structure and logic of the paper, transitional phrases between paragraphs, summaries of key points at the end of relevant sections. This can also be used to narrow the parameters of how you answer the question - e.g.,:</a:t>
            </a:r>
          </a:p>
          <a:p>
            <a:pPr marL="457200" indent="-457200" algn="just">
              <a:spcAft>
                <a:spcPts val="800"/>
              </a:spcAft>
              <a:buFont typeface="Arial" panose="020B0604020202020204" pitchFamily="34" charset="0"/>
              <a:buChar char="•"/>
            </a:pPr>
            <a:r>
              <a:rPr lang="en-GB" sz="3200" b="0" dirty="0">
                <a:solidFill>
                  <a:schemeClr val="tx2"/>
                </a:solidFill>
                <a:latin typeface="Barlow" pitchFamily="2" charset="77"/>
                <a:ea typeface="Calibri" panose="020F0502020204030204" pitchFamily="34" charset="0"/>
                <a:cs typeface="Arial" panose="020B0604020202020204" pitchFamily="34" charset="0"/>
              </a:rPr>
              <a:t>‘I agree that moral rights are more important than economic rights, and will show this through a case study of fan communities, where attribution for work is particularly important.’ […] ’As shown, moral rights are more important here – however we cannot extrapolate this to every digital environment.’</a:t>
            </a:r>
          </a:p>
          <a:p>
            <a:pPr marL="457200" indent="-457200" algn="just">
              <a:spcAft>
                <a:spcPts val="800"/>
              </a:spcAft>
              <a:buFont typeface="Arial" panose="020B0604020202020204" pitchFamily="34" charset="0"/>
              <a:buChar char="•"/>
            </a:pPr>
            <a:r>
              <a:rPr lang="en-GB" sz="3200" b="0" dirty="0">
                <a:solidFill>
                  <a:schemeClr val="tx2"/>
                </a:solidFill>
                <a:latin typeface="Barlow" pitchFamily="2" charset="77"/>
                <a:ea typeface="Calibri" panose="020F0502020204030204" pitchFamily="34" charset="0"/>
                <a:cs typeface="Arial" panose="020B0604020202020204" pitchFamily="34" charset="0"/>
              </a:rPr>
              <a:t>Avoid </a:t>
            </a:r>
            <a:r>
              <a:rPr lang="en-GB" sz="3200" dirty="0">
                <a:solidFill>
                  <a:schemeClr val="tx2"/>
                </a:solidFill>
                <a:latin typeface="Barlow" pitchFamily="2" charset="77"/>
                <a:ea typeface="Calibri" panose="020F0502020204030204" pitchFamily="34" charset="0"/>
                <a:cs typeface="Arial" panose="020B0604020202020204" pitchFamily="34" charset="0"/>
              </a:rPr>
              <a:t>overclaiming</a:t>
            </a:r>
            <a:r>
              <a:rPr lang="en-GB" sz="3200" b="0" dirty="0">
                <a:solidFill>
                  <a:schemeClr val="tx2"/>
                </a:solidFill>
                <a:latin typeface="Barlow" pitchFamily="2" charset="77"/>
                <a:ea typeface="Calibri" panose="020F0502020204030204" pitchFamily="34" charset="0"/>
                <a:cs typeface="Arial" panose="020B0604020202020204" pitchFamily="34" charset="0"/>
              </a:rPr>
              <a:t>. </a:t>
            </a:r>
          </a:p>
        </p:txBody>
      </p:sp>
    </p:spTree>
    <p:extLst>
      <p:ext uri="{BB962C8B-B14F-4D97-AF65-F5344CB8AC3E}">
        <p14:creationId xmlns:p14="http://schemas.microsoft.com/office/powerpoint/2010/main" val="1954964055"/>
      </p:ext>
    </p:extLst>
  </p:cSld>
  <p:clrMapOvr>
    <a:masterClrMapping/>
  </p:clrMapOvr>
  <p:transition spd="med" advTm="222639"/>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p:cNvSpPr txBox="1"/>
          <p:nvPr/>
        </p:nvSpPr>
        <p:spPr>
          <a:xfrm>
            <a:off x="1162334" y="1805437"/>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2" name="Rectangle 1">
            <a:extLst>
              <a:ext uri="{FF2B5EF4-FFF2-40B4-BE49-F238E27FC236}">
                <a16:creationId xmlns:a16="http://schemas.microsoft.com/office/drawing/2014/main" id="{0589387A-0B28-2406-071D-7D405E578C4F}"/>
              </a:ext>
            </a:extLst>
          </p:cNvPr>
          <p:cNvSpPr/>
          <p:nvPr/>
        </p:nvSpPr>
        <p:spPr>
          <a:xfrm>
            <a:off x="7706978" y="4079981"/>
            <a:ext cx="1926306" cy="1107996"/>
          </a:xfrm>
          <a:prstGeom prst="rect">
            <a:avLst/>
          </a:prstGeom>
        </p:spPr>
        <p:txBody>
          <a:bodyPr wrap="square">
            <a:spAutoFit/>
          </a:bodyPr>
          <a:lstStyle/>
          <a:p>
            <a:pPr algn="just">
              <a:spcAft>
                <a:spcPts val="800"/>
              </a:spcAft>
            </a:pPr>
            <a:r>
              <a:rPr lang="en-GB" sz="6600" b="0" dirty="0">
                <a:solidFill>
                  <a:schemeClr val="tx2"/>
                </a:solidFill>
                <a:latin typeface="Barlow" pitchFamily="2" charset="77"/>
                <a:ea typeface="Calibri" panose="020F0502020204030204" pitchFamily="34" charset="0"/>
                <a:cs typeface="Arial" panose="020B0604020202020204" pitchFamily="34" charset="0"/>
              </a:rPr>
              <a:t>Q&amp;A</a:t>
            </a:r>
          </a:p>
        </p:txBody>
      </p:sp>
      <p:sp>
        <p:nvSpPr>
          <p:cNvPr id="3" name="Rectangle 2">
            <a:extLst>
              <a:ext uri="{FF2B5EF4-FFF2-40B4-BE49-F238E27FC236}">
                <a16:creationId xmlns:a16="http://schemas.microsoft.com/office/drawing/2014/main" id="{E5D7A393-AA74-AC4A-90C1-A068157B46BA}"/>
              </a:ext>
            </a:extLst>
          </p:cNvPr>
          <p:cNvSpPr/>
          <p:nvPr/>
        </p:nvSpPr>
        <p:spPr>
          <a:xfrm>
            <a:off x="4831698" y="5259821"/>
            <a:ext cx="8570946" cy="584775"/>
          </a:xfrm>
          <a:prstGeom prst="rect">
            <a:avLst/>
          </a:prstGeom>
        </p:spPr>
        <p:txBody>
          <a:bodyPr wrap="square">
            <a:spAutoFit/>
          </a:bodyPr>
          <a:lstStyle/>
          <a:p>
            <a:pPr algn="just">
              <a:spcAft>
                <a:spcPts val="800"/>
              </a:spcAft>
            </a:pPr>
            <a:r>
              <a:rPr lang="en-GB" sz="3200" b="0" dirty="0">
                <a:solidFill>
                  <a:schemeClr val="tx2"/>
                </a:solidFill>
                <a:latin typeface="Barlow" pitchFamily="2" charset="77"/>
                <a:ea typeface="Calibri" panose="020F0502020204030204" pitchFamily="34" charset="0"/>
                <a:cs typeface="Arial" panose="020B0604020202020204" pitchFamily="34" charset="0"/>
              </a:rPr>
              <a:t>Now’s the time for any last-minute questions!</a:t>
            </a:r>
          </a:p>
        </p:txBody>
      </p:sp>
    </p:spTree>
    <p:extLst>
      <p:ext uri="{BB962C8B-B14F-4D97-AF65-F5344CB8AC3E}">
        <p14:creationId xmlns:p14="http://schemas.microsoft.com/office/powerpoint/2010/main" val="4139230479"/>
      </p:ext>
    </p:extLst>
  </p:cSld>
  <p:clrMapOvr>
    <a:masterClrMapping/>
  </p:clrMapOvr>
  <p:transition spd="med" advTm="222639"/>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C447E7-1AA3-B88D-C59B-E35D6B5DDF01}"/>
            </a:ext>
          </a:extLst>
        </p:cNvPr>
        <p:cNvGrpSpPr/>
        <p:nvPr/>
      </p:nvGrpSpPr>
      <p:grpSpPr>
        <a:xfrm>
          <a:off x="0" y="0"/>
          <a:ext cx="0" cy="0"/>
          <a:chOff x="0" y="0"/>
          <a:chExt cx="0" cy="0"/>
        </a:xfrm>
      </p:grpSpPr>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31B6B84B-A14C-3389-62A9-9C50D785F516}"/>
              </a:ext>
            </a:extLst>
          </p:cNvPr>
          <p:cNvSpPr txBox="1"/>
          <p:nvPr/>
        </p:nvSpPr>
        <p:spPr>
          <a:xfrm>
            <a:off x="1162334" y="1805437"/>
            <a:ext cx="15015594" cy="469577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2" name="Rectangle 1">
            <a:extLst>
              <a:ext uri="{FF2B5EF4-FFF2-40B4-BE49-F238E27FC236}">
                <a16:creationId xmlns:a16="http://schemas.microsoft.com/office/drawing/2014/main" id="{048E510F-4284-8970-4F32-A0030D7370FE}"/>
              </a:ext>
            </a:extLst>
          </p:cNvPr>
          <p:cNvSpPr/>
          <p:nvPr/>
        </p:nvSpPr>
        <p:spPr>
          <a:xfrm>
            <a:off x="4434656" y="3814971"/>
            <a:ext cx="8470950" cy="2123658"/>
          </a:xfrm>
          <a:prstGeom prst="rect">
            <a:avLst/>
          </a:prstGeom>
        </p:spPr>
        <p:txBody>
          <a:bodyPr wrap="square">
            <a:spAutoFit/>
          </a:bodyPr>
          <a:lstStyle/>
          <a:p>
            <a:pPr>
              <a:spcAft>
                <a:spcPts val="800"/>
              </a:spcAft>
            </a:pPr>
            <a:r>
              <a:rPr lang="en-GB" sz="6600" dirty="0">
                <a:solidFill>
                  <a:srgbClr val="FF7765"/>
                </a:solidFill>
                <a:latin typeface="Barlow" pitchFamily="2" charset="77"/>
                <a:ea typeface="Calibri" panose="020F0502020204030204" pitchFamily="34" charset="0"/>
                <a:cs typeface="Arial" panose="020B0604020202020204" pitchFamily="34" charset="0"/>
              </a:rPr>
              <a:t>Thank you and good luck! </a:t>
            </a:r>
            <a:r>
              <a:rPr lang="en-GB" sz="6600" dirty="0">
                <a:solidFill>
                  <a:srgbClr val="FF7765"/>
                </a:solidFill>
                <a:latin typeface="Barlow" pitchFamily="2" charset="77"/>
                <a:ea typeface="Calibri" panose="020F0502020204030204" pitchFamily="34" charset="0"/>
                <a:cs typeface="Arial" panose="020B0604020202020204" pitchFamily="34" charset="0"/>
                <a:sym typeface="Wingdings" pitchFamily="2" charset="2"/>
              </a:rPr>
              <a:t> </a:t>
            </a:r>
            <a:endParaRPr lang="en-GB" sz="6600" dirty="0">
              <a:solidFill>
                <a:srgbClr val="FF7765"/>
              </a:solidFill>
              <a:latin typeface="Barlow" pitchFamily="2" charset="77"/>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056953001"/>
      </p:ext>
    </p:extLst>
  </p:cSld>
  <p:clrMapOvr>
    <a:masterClrMapping/>
  </p:clrMapOvr>
  <p:transition spd="med" advTm="222639"/>
</p:sld>
</file>

<file path=ppt/theme/theme1.xml><?xml version="1.0" encoding="utf-8"?>
<a:theme xmlns:a="http://schemas.openxmlformats.org/drawingml/2006/main"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3175" cap="flat">
          <a:noFill/>
          <a:miter lim="400000"/>
        </a:ln>
        <a:effectLst/>
        <a:sp3d/>
      </a:spPr>
      <a:bodyPr rot="0" spcFirstLastPara="1" vertOverflow="overflow" horzOverflow="overflow" vert="horz" wrap="square" lIns="0" tIns="0" rIns="0" bIns="0" numCol="1" spcCol="38100" rtlCol="0" anchor="ctr">
        <a:spAutoFit/>
      </a:bodyPr>
      <a:lstStyle>
        <a:defPPr marL="0" marR="0" indent="0" algn="ctr" defTabSz="587022" rtl="0" fontAlgn="auto" latinLnBrk="0" hangingPunct="0">
          <a:lnSpc>
            <a:spcPct val="100000"/>
          </a:lnSpc>
          <a:spcBef>
            <a:spcPts val="0"/>
          </a:spcBef>
          <a:spcAft>
            <a:spcPts val="0"/>
          </a:spcAft>
          <a:buClrTx/>
          <a:buSzTx/>
          <a:buFontTx/>
          <a:buNone/>
          <a:tabLst/>
          <a:defRPr kumimoji="0" sz="20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3175"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3175" cap="flat">
          <a:noFill/>
          <a:miter lim="400000"/>
        </a:ln>
        <a:effectLst/>
        <a:sp3d/>
      </a:spPr>
      <a:bodyPr rot="0" spcFirstLastPara="1" vertOverflow="overflow" horzOverflow="overflow" vert="horz" wrap="square" lIns="20320" tIns="20320" rIns="20320" bIns="20320" numCol="1" spcCol="38100" rtlCol="0" anchor="ctr">
        <a:spAutoFit/>
      </a:bodyPr>
      <a:lstStyle>
        <a:defPPr marL="0" marR="0" indent="0" algn="ctr" defTabSz="587022" rtl="0" fontAlgn="auto" latinLnBrk="0" hangingPunct="0">
          <a:lnSpc>
            <a:spcPct val="100000"/>
          </a:lnSpc>
          <a:spcBef>
            <a:spcPts val="0"/>
          </a:spcBef>
          <a:spcAft>
            <a:spcPts val="0"/>
          </a:spcAft>
          <a:buClrTx/>
          <a:buSzTx/>
          <a:buFontTx/>
          <a:buNone/>
          <a:tabLst/>
          <a:defRPr kumimoji="0" sz="18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3175" cap="flat">
          <a:noFill/>
          <a:miter lim="400000"/>
        </a:ln>
        <a:effectLst/>
        <a:sp3d/>
      </a:spPr>
      <a:bodyPr rot="0" spcFirstLastPara="1" vertOverflow="overflow" horzOverflow="overflow" vert="horz" wrap="square" lIns="0" tIns="0" rIns="0" bIns="0" numCol="1" spcCol="38100" rtlCol="0" anchor="ctr">
        <a:spAutoFit/>
      </a:bodyPr>
      <a:lstStyle>
        <a:defPPr marL="0" marR="0" indent="0" algn="ctr" defTabSz="587022" rtl="0" fontAlgn="auto" latinLnBrk="0" hangingPunct="0">
          <a:lnSpc>
            <a:spcPct val="100000"/>
          </a:lnSpc>
          <a:spcBef>
            <a:spcPts val="0"/>
          </a:spcBef>
          <a:spcAft>
            <a:spcPts val="0"/>
          </a:spcAft>
          <a:buClrTx/>
          <a:buSzTx/>
          <a:buFontTx/>
          <a:buNone/>
          <a:tabLst/>
          <a:defRPr kumimoji="0" sz="20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3175"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3175" cap="flat">
          <a:noFill/>
          <a:miter lim="400000"/>
        </a:ln>
        <a:effectLst/>
        <a:sp3d/>
      </a:spPr>
      <a:bodyPr rot="0" spcFirstLastPara="1" vertOverflow="overflow" horzOverflow="overflow" vert="horz" wrap="square" lIns="20320" tIns="20320" rIns="20320" bIns="20320" numCol="1" spcCol="38100" rtlCol="0" anchor="ctr">
        <a:spAutoFit/>
      </a:bodyPr>
      <a:lstStyle>
        <a:defPPr marL="0" marR="0" indent="0" algn="ctr" defTabSz="587022" rtl="0" fontAlgn="auto" latinLnBrk="0" hangingPunct="0">
          <a:lnSpc>
            <a:spcPct val="100000"/>
          </a:lnSpc>
          <a:spcBef>
            <a:spcPts val="0"/>
          </a:spcBef>
          <a:spcAft>
            <a:spcPts val="0"/>
          </a:spcAft>
          <a:buClrTx/>
          <a:buSzTx/>
          <a:buFontTx/>
          <a:buNone/>
          <a:tabLst/>
          <a:defRPr kumimoji="0" sz="18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6380</TotalTime>
  <Words>1536</Words>
  <Application>Microsoft Macintosh PowerPoint</Application>
  <PresentationFormat>Custom</PresentationFormat>
  <Paragraphs>116</Paragraphs>
  <Slides>18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Barlow</vt:lpstr>
      <vt:lpstr>Helvetica Neue</vt:lpstr>
      <vt:lpstr>Helvetica Neue Light</vt:lpstr>
      <vt:lpstr>Helvetica Neue Medium</vt:lpstr>
      <vt:lpstr>White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MEMES AND PARASITES: ANALYSING DISCOURSE ON THE COPYRIGHT DIRECTIVE  Ula Furgal Amy Thomas Gikii 2020</dc:title>
  <dc:creator>Amy Thomas (student)</dc:creator>
  <cp:lastModifiedBy>Amy Thomas</cp:lastModifiedBy>
  <cp:revision>128</cp:revision>
  <dcterms:created xsi:type="dcterms:W3CDTF">2020-07-21T13:40:18Z</dcterms:created>
  <dcterms:modified xsi:type="dcterms:W3CDTF">2026-03-24T13:16:50Z</dcterms:modified>
</cp:coreProperties>
</file>